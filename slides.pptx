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75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31F3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222C36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31F3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222C36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31F3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222C36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31F3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222C36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222C36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2"/>
            <a:ext cx="12191390" cy="20806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-355" y="-355"/>
            <a:ext cx="12192000" cy="146050"/>
          </a:xfrm>
          <a:custGeom>
            <a:avLst/>
            <a:gdLst/>
            <a:ahLst/>
            <a:cxnLst/>
            <a:rect l="l" t="t" r="r" b="b"/>
            <a:pathLst>
              <a:path w="12192000" h="146050">
                <a:moveTo>
                  <a:pt x="12191390" y="0"/>
                </a:moveTo>
                <a:lnTo>
                  <a:pt x="0" y="0"/>
                </a:lnTo>
                <a:lnTo>
                  <a:pt x="0" y="145796"/>
                </a:lnTo>
                <a:lnTo>
                  <a:pt x="6095873" y="145796"/>
                </a:lnTo>
                <a:lnTo>
                  <a:pt x="12191390" y="145796"/>
                </a:lnTo>
                <a:lnTo>
                  <a:pt x="12191390" y="0"/>
                </a:lnTo>
                <a:close/>
              </a:path>
            </a:pathLst>
          </a:custGeom>
          <a:solidFill>
            <a:srgbClr val="275E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1296" y="416420"/>
            <a:ext cx="3098165" cy="452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31F3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03583" y="6484909"/>
            <a:ext cx="153670" cy="180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222C36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8456" y="787908"/>
            <a:ext cx="10795127" cy="11201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Trial-Guard: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Trial Risk &amp; Protocol Deviation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Monitor Protocol</a:t>
            </a:r>
            <a:r>
              <a:rPr sz="3400" spc="-1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Deviation</a:t>
            </a:r>
            <a:r>
              <a:rPr sz="34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3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Site</a:t>
            </a:r>
            <a:r>
              <a:rPr sz="34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  <a:r>
              <a:rPr sz="34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</a:t>
            </a:r>
            <a:endParaRPr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9220" y="2213051"/>
            <a:ext cx="6828790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640"/>
              </a:lnSpc>
              <a:spcBef>
                <a:spcPts val="100"/>
              </a:spcBef>
            </a:pPr>
            <a:r>
              <a:rPr sz="2200" spc="-25" dirty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</a:t>
            </a:r>
            <a:r>
              <a:rPr sz="2200" dirty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sz="2200" spc="-50" dirty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</a:t>
            </a:r>
            <a:r>
              <a:rPr sz="2200" spc="-50" dirty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compliance</a:t>
            </a:r>
            <a:r>
              <a:rPr sz="2200" spc="-50" dirty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200" spc="-55" dirty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0" dirty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site-</a:t>
            </a:r>
            <a:r>
              <a:rPr sz="2200" dirty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sz="2200" spc="-45" dirty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  <a:r>
              <a:rPr sz="2200" spc="-50" dirty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monitoring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19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Hackathon</a:t>
            </a:r>
            <a:r>
              <a:rPr sz="19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1900" spc="3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sz="1900" spc="3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IBM</a:t>
            </a:r>
            <a:r>
              <a:rPr sz="1900" spc="-5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Industry</a:t>
            </a:r>
            <a:r>
              <a:rPr sz="19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6155" y="3818496"/>
            <a:ext cx="3290570" cy="1323975"/>
            <a:chOff x="686155" y="3818496"/>
            <a:chExt cx="3290570" cy="13239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155" y="3818496"/>
              <a:ext cx="3290036" cy="132374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30796" y="3840124"/>
              <a:ext cx="3201035" cy="1235075"/>
            </a:xfrm>
            <a:custGeom>
              <a:avLst/>
              <a:gdLst/>
              <a:ahLst/>
              <a:cxnLst/>
              <a:rect l="l" t="t" r="r" b="b"/>
              <a:pathLst>
                <a:path w="3201035" h="1235075">
                  <a:moveTo>
                    <a:pt x="206286" y="0"/>
                  </a:moveTo>
                  <a:lnTo>
                    <a:pt x="152915" y="7107"/>
                  </a:lnTo>
                  <a:lnTo>
                    <a:pt x="103327" y="27711"/>
                  </a:lnTo>
                  <a:lnTo>
                    <a:pt x="60712" y="60344"/>
                  </a:lnTo>
                  <a:lnTo>
                    <a:pt x="28079" y="102958"/>
                  </a:lnTo>
                  <a:lnTo>
                    <a:pt x="7342" y="152680"/>
                  </a:lnTo>
                  <a:lnTo>
                    <a:pt x="368" y="205917"/>
                  </a:lnTo>
                  <a:lnTo>
                    <a:pt x="0" y="1028877"/>
                  </a:lnTo>
                  <a:lnTo>
                    <a:pt x="1790" y="1055745"/>
                  </a:lnTo>
                  <a:lnTo>
                    <a:pt x="1801" y="1055900"/>
                  </a:lnTo>
                  <a:lnTo>
                    <a:pt x="7085" y="1082109"/>
                  </a:lnTo>
                  <a:lnTo>
                    <a:pt x="7113" y="1082247"/>
                  </a:lnTo>
                  <a:lnTo>
                    <a:pt x="15800" y="1107650"/>
                  </a:lnTo>
                  <a:lnTo>
                    <a:pt x="42667" y="1154273"/>
                  </a:lnTo>
                  <a:lnTo>
                    <a:pt x="80521" y="1192128"/>
                  </a:lnTo>
                  <a:lnTo>
                    <a:pt x="127202" y="1219150"/>
                  </a:lnTo>
                  <a:lnTo>
                    <a:pt x="179052" y="1233046"/>
                  </a:lnTo>
                  <a:lnTo>
                    <a:pt x="205917" y="1234795"/>
                  </a:lnTo>
                  <a:lnTo>
                    <a:pt x="2994837" y="1234795"/>
                  </a:lnTo>
                  <a:lnTo>
                    <a:pt x="3021109" y="1233046"/>
                  </a:lnTo>
                  <a:lnTo>
                    <a:pt x="3021612" y="1233046"/>
                  </a:lnTo>
                  <a:lnTo>
                    <a:pt x="3073615" y="1219000"/>
                  </a:lnTo>
                  <a:lnTo>
                    <a:pt x="3120246" y="1192128"/>
                  </a:lnTo>
                  <a:lnTo>
                    <a:pt x="3158100" y="1154273"/>
                  </a:lnTo>
                  <a:lnTo>
                    <a:pt x="3185097" y="1107650"/>
                  </a:lnTo>
                  <a:lnTo>
                    <a:pt x="3198988" y="1055900"/>
                  </a:lnTo>
                  <a:lnTo>
                    <a:pt x="3199018" y="1055745"/>
                  </a:lnTo>
                  <a:lnTo>
                    <a:pt x="3200768" y="1028877"/>
                  </a:lnTo>
                  <a:lnTo>
                    <a:pt x="3200744" y="205917"/>
                  </a:lnTo>
                  <a:lnTo>
                    <a:pt x="3198967" y="179250"/>
                  </a:lnTo>
                  <a:lnTo>
                    <a:pt x="3184968" y="127501"/>
                  </a:lnTo>
                  <a:lnTo>
                    <a:pt x="3158100" y="80877"/>
                  </a:lnTo>
                  <a:lnTo>
                    <a:pt x="3120246" y="43023"/>
                  </a:lnTo>
                  <a:lnTo>
                    <a:pt x="3073565" y="16000"/>
                  </a:lnTo>
                  <a:lnTo>
                    <a:pt x="3021710" y="2105"/>
                  </a:lnTo>
                  <a:lnTo>
                    <a:pt x="2994837" y="355"/>
                  </a:lnTo>
                  <a:lnTo>
                    <a:pt x="206286" y="0"/>
                  </a:lnTo>
                  <a:close/>
                </a:path>
              </a:pathLst>
            </a:custGeom>
            <a:solidFill>
              <a:srgbClr val="EFF3F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730796" y="3840124"/>
              <a:ext cx="3201035" cy="1235075"/>
            </a:xfrm>
            <a:custGeom>
              <a:avLst/>
              <a:gdLst/>
              <a:ahLst/>
              <a:cxnLst/>
              <a:rect l="l" t="t" r="r" b="b"/>
              <a:pathLst>
                <a:path w="3201035" h="1235075">
                  <a:moveTo>
                    <a:pt x="368" y="205917"/>
                  </a:moveTo>
                  <a:lnTo>
                    <a:pt x="2117" y="179045"/>
                  </a:lnTo>
                  <a:lnTo>
                    <a:pt x="7342" y="152680"/>
                  </a:lnTo>
                  <a:lnTo>
                    <a:pt x="28079" y="102958"/>
                  </a:lnTo>
                  <a:lnTo>
                    <a:pt x="60712" y="60344"/>
                  </a:lnTo>
                  <a:lnTo>
                    <a:pt x="103327" y="27711"/>
                  </a:lnTo>
                  <a:lnTo>
                    <a:pt x="152915" y="7107"/>
                  </a:lnTo>
                  <a:lnTo>
                    <a:pt x="206286" y="0"/>
                  </a:lnTo>
                  <a:lnTo>
                    <a:pt x="2994837" y="355"/>
                  </a:lnTo>
                  <a:lnTo>
                    <a:pt x="3048076" y="7331"/>
                  </a:lnTo>
                  <a:lnTo>
                    <a:pt x="3097809" y="28079"/>
                  </a:lnTo>
                  <a:lnTo>
                    <a:pt x="3140422" y="60701"/>
                  </a:lnTo>
                  <a:lnTo>
                    <a:pt x="3173044" y="103314"/>
                  </a:lnTo>
                  <a:lnTo>
                    <a:pt x="3193654" y="152903"/>
                  </a:lnTo>
                  <a:lnTo>
                    <a:pt x="3200768" y="206273"/>
                  </a:lnTo>
                  <a:lnTo>
                    <a:pt x="3200768" y="1028877"/>
                  </a:lnTo>
                  <a:lnTo>
                    <a:pt x="3199018" y="1055745"/>
                  </a:lnTo>
                  <a:lnTo>
                    <a:pt x="3193792" y="1082109"/>
                  </a:lnTo>
                  <a:lnTo>
                    <a:pt x="3173044" y="1131836"/>
                  </a:lnTo>
                  <a:lnTo>
                    <a:pt x="3140422" y="1174449"/>
                  </a:lnTo>
                  <a:lnTo>
                    <a:pt x="3097809" y="1207071"/>
                  </a:lnTo>
                  <a:lnTo>
                    <a:pt x="3048209" y="1227686"/>
                  </a:lnTo>
                  <a:lnTo>
                    <a:pt x="2994837" y="1234795"/>
                  </a:lnTo>
                  <a:lnTo>
                    <a:pt x="205917" y="1234795"/>
                  </a:lnTo>
                  <a:lnTo>
                    <a:pt x="152690" y="1227820"/>
                  </a:lnTo>
                  <a:lnTo>
                    <a:pt x="102958" y="1207071"/>
                  </a:lnTo>
                  <a:lnTo>
                    <a:pt x="60345" y="1174449"/>
                  </a:lnTo>
                  <a:lnTo>
                    <a:pt x="27724" y="1131836"/>
                  </a:lnTo>
                  <a:lnTo>
                    <a:pt x="7113" y="1082247"/>
                  </a:lnTo>
                  <a:lnTo>
                    <a:pt x="0" y="1028877"/>
                  </a:lnTo>
                  <a:lnTo>
                    <a:pt x="368" y="205917"/>
                  </a:lnTo>
                  <a:close/>
                </a:path>
              </a:pathLst>
            </a:custGeom>
            <a:ln w="9359">
              <a:solidFill>
                <a:srgbClr val="275E95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72985" y="3889320"/>
            <a:ext cx="1125855" cy="78105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900" b="1" spc="-20" dirty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endParaRPr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600" spc="-2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[Team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Name]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115155" y="3818496"/>
            <a:ext cx="3290570" cy="1323975"/>
            <a:chOff x="4115155" y="3818496"/>
            <a:chExt cx="3290570" cy="132397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15155" y="3818496"/>
              <a:ext cx="3290036" cy="132374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159796" y="3840124"/>
              <a:ext cx="3201035" cy="1235075"/>
            </a:xfrm>
            <a:custGeom>
              <a:avLst/>
              <a:gdLst/>
              <a:ahLst/>
              <a:cxnLst/>
              <a:rect l="l" t="t" r="r" b="b"/>
              <a:pathLst>
                <a:path w="3201034" h="1235075">
                  <a:moveTo>
                    <a:pt x="206286" y="0"/>
                  </a:moveTo>
                  <a:lnTo>
                    <a:pt x="152915" y="7107"/>
                  </a:lnTo>
                  <a:lnTo>
                    <a:pt x="103327" y="27711"/>
                  </a:lnTo>
                  <a:lnTo>
                    <a:pt x="60712" y="60344"/>
                  </a:lnTo>
                  <a:lnTo>
                    <a:pt x="28079" y="102958"/>
                  </a:lnTo>
                  <a:lnTo>
                    <a:pt x="7342" y="152680"/>
                  </a:lnTo>
                  <a:lnTo>
                    <a:pt x="368" y="205917"/>
                  </a:lnTo>
                  <a:lnTo>
                    <a:pt x="0" y="1028877"/>
                  </a:lnTo>
                  <a:lnTo>
                    <a:pt x="1790" y="1055745"/>
                  </a:lnTo>
                  <a:lnTo>
                    <a:pt x="1801" y="1055900"/>
                  </a:lnTo>
                  <a:lnTo>
                    <a:pt x="7085" y="1082109"/>
                  </a:lnTo>
                  <a:lnTo>
                    <a:pt x="7113" y="1082247"/>
                  </a:lnTo>
                  <a:lnTo>
                    <a:pt x="27724" y="1131836"/>
                  </a:lnTo>
                  <a:lnTo>
                    <a:pt x="60345" y="1174449"/>
                  </a:lnTo>
                  <a:lnTo>
                    <a:pt x="102958" y="1207071"/>
                  </a:lnTo>
                  <a:lnTo>
                    <a:pt x="152690" y="1227820"/>
                  </a:lnTo>
                  <a:lnTo>
                    <a:pt x="205917" y="1234795"/>
                  </a:lnTo>
                  <a:lnTo>
                    <a:pt x="2994837" y="1234795"/>
                  </a:lnTo>
                  <a:lnTo>
                    <a:pt x="3021109" y="1233046"/>
                  </a:lnTo>
                  <a:lnTo>
                    <a:pt x="3021612" y="1233046"/>
                  </a:lnTo>
                  <a:lnTo>
                    <a:pt x="3073615" y="1219000"/>
                  </a:lnTo>
                  <a:lnTo>
                    <a:pt x="3120246" y="1192128"/>
                  </a:lnTo>
                  <a:lnTo>
                    <a:pt x="3158100" y="1154273"/>
                  </a:lnTo>
                  <a:lnTo>
                    <a:pt x="3185097" y="1107650"/>
                  </a:lnTo>
                  <a:lnTo>
                    <a:pt x="3198988" y="1055900"/>
                  </a:lnTo>
                  <a:lnTo>
                    <a:pt x="3199018" y="1055745"/>
                  </a:lnTo>
                  <a:lnTo>
                    <a:pt x="3200768" y="1028877"/>
                  </a:lnTo>
                  <a:lnTo>
                    <a:pt x="3200744" y="205917"/>
                  </a:lnTo>
                  <a:lnTo>
                    <a:pt x="3198967" y="179250"/>
                  </a:lnTo>
                  <a:lnTo>
                    <a:pt x="3184968" y="127501"/>
                  </a:lnTo>
                  <a:lnTo>
                    <a:pt x="3158100" y="80877"/>
                  </a:lnTo>
                  <a:lnTo>
                    <a:pt x="3120246" y="43023"/>
                  </a:lnTo>
                  <a:lnTo>
                    <a:pt x="3073565" y="16000"/>
                  </a:lnTo>
                  <a:lnTo>
                    <a:pt x="3021710" y="2105"/>
                  </a:lnTo>
                  <a:lnTo>
                    <a:pt x="2994837" y="355"/>
                  </a:lnTo>
                  <a:lnTo>
                    <a:pt x="206286" y="0"/>
                  </a:lnTo>
                  <a:close/>
                </a:path>
              </a:pathLst>
            </a:custGeom>
            <a:solidFill>
              <a:srgbClr val="EFF3F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4159796" y="3840124"/>
              <a:ext cx="3201035" cy="1235075"/>
            </a:xfrm>
            <a:custGeom>
              <a:avLst/>
              <a:gdLst/>
              <a:ahLst/>
              <a:cxnLst/>
              <a:rect l="l" t="t" r="r" b="b"/>
              <a:pathLst>
                <a:path w="3201034" h="1235075">
                  <a:moveTo>
                    <a:pt x="368" y="205917"/>
                  </a:moveTo>
                  <a:lnTo>
                    <a:pt x="2117" y="179045"/>
                  </a:lnTo>
                  <a:lnTo>
                    <a:pt x="7342" y="152680"/>
                  </a:lnTo>
                  <a:lnTo>
                    <a:pt x="28079" y="102958"/>
                  </a:lnTo>
                  <a:lnTo>
                    <a:pt x="60712" y="60344"/>
                  </a:lnTo>
                  <a:lnTo>
                    <a:pt x="103327" y="27711"/>
                  </a:lnTo>
                  <a:lnTo>
                    <a:pt x="152915" y="7107"/>
                  </a:lnTo>
                  <a:lnTo>
                    <a:pt x="206286" y="0"/>
                  </a:lnTo>
                  <a:lnTo>
                    <a:pt x="2994837" y="355"/>
                  </a:lnTo>
                  <a:lnTo>
                    <a:pt x="3048076" y="7331"/>
                  </a:lnTo>
                  <a:lnTo>
                    <a:pt x="3097809" y="28079"/>
                  </a:lnTo>
                  <a:lnTo>
                    <a:pt x="3140422" y="60701"/>
                  </a:lnTo>
                  <a:lnTo>
                    <a:pt x="3173044" y="103314"/>
                  </a:lnTo>
                  <a:lnTo>
                    <a:pt x="3193654" y="152903"/>
                  </a:lnTo>
                  <a:lnTo>
                    <a:pt x="3200768" y="206273"/>
                  </a:lnTo>
                  <a:lnTo>
                    <a:pt x="3200768" y="1028877"/>
                  </a:lnTo>
                  <a:lnTo>
                    <a:pt x="3199018" y="1055745"/>
                  </a:lnTo>
                  <a:lnTo>
                    <a:pt x="3193792" y="1082109"/>
                  </a:lnTo>
                  <a:lnTo>
                    <a:pt x="3173044" y="1131836"/>
                  </a:lnTo>
                  <a:lnTo>
                    <a:pt x="3140422" y="1174449"/>
                  </a:lnTo>
                  <a:lnTo>
                    <a:pt x="3097809" y="1207071"/>
                  </a:lnTo>
                  <a:lnTo>
                    <a:pt x="3048209" y="1227686"/>
                  </a:lnTo>
                  <a:lnTo>
                    <a:pt x="2994837" y="1234795"/>
                  </a:lnTo>
                  <a:lnTo>
                    <a:pt x="205917" y="1234795"/>
                  </a:lnTo>
                  <a:lnTo>
                    <a:pt x="152690" y="1227820"/>
                  </a:lnTo>
                  <a:lnTo>
                    <a:pt x="102958" y="1207071"/>
                  </a:lnTo>
                  <a:lnTo>
                    <a:pt x="60345" y="1174449"/>
                  </a:lnTo>
                  <a:lnTo>
                    <a:pt x="27724" y="1131836"/>
                  </a:lnTo>
                  <a:lnTo>
                    <a:pt x="7113" y="1082247"/>
                  </a:lnTo>
                  <a:lnTo>
                    <a:pt x="0" y="1028877"/>
                  </a:lnTo>
                  <a:lnTo>
                    <a:pt x="368" y="205917"/>
                  </a:lnTo>
                  <a:close/>
                </a:path>
              </a:pathLst>
            </a:custGeom>
            <a:ln w="9359">
              <a:solidFill>
                <a:srgbClr val="36815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401985" y="3889320"/>
            <a:ext cx="1832610" cy="1021433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900" b="1" spc="-10" dirty="0">
                <a:solidFill>
                  <a:srgbClr val="3681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endParaRPr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600" spc="-2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ONCO-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4471</a:t>
            </a:r>
            <a:r>
              <a:rPr sz="1600" spc="-2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sz="1600" spc="-1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sz="1600" spc="-1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544155" y="3818496"/>
            <a:ext cx="3290570" cy="1323975"/>
            <a:chOff x="7544155" y="3818496"/>
            <a:chExt cx="3290570" cy="132397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44155" y="3818496"/>
              <a:ext cx="3290036" cy="132374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588796" y="3840124"/>
              <a:ext cx="3201035" cy="1235075"/>
            </a:xfrm>
            <a:custGeom>
              <a:avLst/>
              <a:gdLst/>
              <a:ahLst/>
              <a:cxnLst/>
              <a:rect l="l" t="t" r="r" b="b"/>
              <a:pathLst>
                <a:path w="3201034" h="1235075">
                  <a:moveTo>
                    <a:pt x="206286" y="0"/>
                  </a:moveTo>
                  <a:lnTo>
                    <a:pt x="152915" y="7107"/>
                  </a:lnTo>
                  <a:lnTo>
                    <a:pt x="103327" y="27711"/>
                  </a:lnTo>
                  <a:lnTo>
                    <a:pt x="60712" y="60344"/>
                  </a:lnTo>
                  <a:lnTo>
                    <a:pt x="28079" y="102958"/>
                  </a:lnTo>
                  <a:lnTo>
                    <a:pt x="7342" y="152680"/>
                  </a:lnTo>
                  <a:lnTo>
                    <a:pt x="368" y="205917"/>
                  </a:lnTo>
                  <a:lnTo>
                    <a:pt x="0" y="1028877"/>
                  </a:lnTo>
                  <a:lnTo>
                    <a:pt x="1790" y="1055745"/>
                  </a:lnTo>
                  <a:lnTo>
                    <a:pt x="15800" y="1107650"/>
                  </a:lnTo>
                  <a:lnTo>
                    <a:pt x="42667" y="1154273"/>
                  </a:lnTo>
                  <a:lnTo>
                    <a:pt x="80521" y="1192128"/>
                  </a:lnTo>
                  <a:lnTo>
                    <a:pt x="127202" y="1219150"/>
                  </a:lnTo>
                  <a:lnTo>
                    <a:pt x="179052" y="1233046"/>
                  </a:lnTo>
                  <a:lnTo>
                    <a:pt x="205917" y="1234795"/>
                  </a:lnTo>
                  <a:lnTo>
                    <a:pt x="2994837" y="1234795"/>
                  </a:lnTo>
                  <a:lnTo>
                    <a:pt x="3021109" y="1233046"/>
                  </a:lnTo>
                  <a:lnTo>
                    <a:pt x="3021612" y="1233046"/>
                  </a:lnTo>
                  <a:lnTo>
                    <a:pt x="3073615" y="1219000"/>
                  </a:lnTo>
                  <a:lnTo>
                    <a:pt x="3120246" y="1192128"/>
                  </a:lnTo>
                  <a:lnTo>
                    <a:pt x="3158100" y="1154273"/>
                  </a:lnTo>
                  <a:lnTo>
                    <a:pt x="3185097" y="1107650"/>
                  </a:lnTo>
                  <a:lnTo>
                    <a:pt x="3198988" y="1055900"/>
                  </a:lnTo>
                  <a:lnTo>
                    <a:pt x="3199018" y="1055745"/>
                  </a:lnTo>
                  <a:lnTo>
                    <a:pt x="3200768" y="1028877"/>
                  </a:lnTo>
                  <a:lnTo>
                    <a:pt x="3200744" y="205917"/>
                  </a:lnTo>
                  <a:lnTo>
                    <a:pt x="3198967" y="179250"/>
                  </a:lnTo>
                  <a:lnTo>
                    <a:pt x="3184968" y="127501"/>
                  </a:lnTo>
                  <a:lnTo>
                    <a:pt x="3158100" y="80877"/>
                  </a:lnTo>
                  <a:lnTo>
                    <a:pt x="3120246" y="43023"/>
                  </a:lnTo>
                  <a:lnTo>
                    <a:pt x="3073565" y="16000"/>
                  </a:lnTo>
                  <a:lnTo>
                    <a:pt x="3021710" y="2105"/>
                  </a:lnTo>
                  <a:lnTo>
                    <a:pt x="2994837" y="355"/>
                  </a:lnTo>
                  <a:lnTo>
                    <a:pt x="206286" y="0"/>
                  </a:lnTo>
                  <a:close/>
                </a:path>
              </a:pathLst>
            </a:custGeom>
            <a:solidFill>
              <a:srgbClr val="EFF3F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7588796" y="3840124"/>
              <a:ext cx="3201035" cy="1235075"/>
            </a:xfrm>
            <a:custGeom>
              <a:avLst/>
              <a:gdLst/>
              <a:ahLst/>
              <a:cxnLst/>
              <a:rect l="l" t="t" r="r" b="b"/>
              <a:pathLst>
                <a:path w="3201034" h="1235075">
                  <a:moveTo>
                    <a:pt x="368" y="205917"/>
                  </a:moveTo>
                  <a:lnTo>
                    <a:pt x="2117" y="179045"/>
                  </a:lnTo>
                  <a:lnTo>
                    <a:pt x="7342" y="152680"/>
                  </a:lnTo>
                  <a:lnTo>
                    <a:pt x="28079" y="102958"/>
                  </a:lnTo>
                  <a:lnTo>
                    <a:pt x="60712" y="60344"/>
                  </a:lnTo>
                  <a:lnTo>
                    <a:pt x="103327" y="27711"/>
                  </a:lnTo>
                  <a:lnTo>
                    <a:pt x="152915" y="7107"/>
                  </a:lnTo>
                  <a:lnTo>
                    <a:pt x="206286" y="0"/>
                  </a:lnTo>
                  <a:lnTo>
                    <a:pt x="2994837" y="355"/>
                  </a:lnTo>
                  <a:lnTo>
                    <a:pt x="3048076" y="7331"/>
                  </a:lnTo>
                  <a:lnTo>
                    <a:pt x="3097809" y="28079"/>
                  </a:lnTo>
                  <a:lnTo>
                    <a:pt x="3140422" y="60701"/>
                  </a:lnTo>
                  <a:lnTo>
                    <a:pt x="3173044" y="103314"/>
                  </a:lnTo>
                  <a:lnTo>
                    <a:pt x="3193654" y="152903"/>
                  </a:lnTo>
                  <a:lnTo>
                    <a:pt x="3200768" y="206273"/>
                  </a:lnTo>
                  <a:lnTo>
                    <a:pt x="3200768" y="1028877"/>
                  </a:lnTo>
                  <a:lnTo>
                    <a:pt x="3199018" y="1055745"/>
                  </a:lnTo>
                  <a:lnTo>
                    <a:pt x="3193792" y="1082109"/>
                  </a:lnTo>
                  <a:lnTo>
                    <a:pt x="3173044" y="1131836"/>
                  </a:lnTo>
                  <a:lnTo>
                    <a:pt x="3140422" y="1174449"/>
                  </a:lnTo>
                  <a:lnTo>
                    <a:pt x="3097809" y="1207071"/>
                  </a:lnTo>
                  <a:lnTo>
                    <a:pt x="3048209" y="1227686"/>
                  </a:lnTo>
                  <a:lnTo>
                    <a:pt x="2994837" y="1234795"/>
                  </a:lnTo>
                  <a:lnTo>
                    <a:pt x="205917" y="1234795"/>
                  </a:lnTo>
                  <a:lnTo>
                    <a:pt x="152690" y="1227820"/>
                  </a:lnTo>
                  <a:lnTo>
                    <a:pt x="102958" y="1207071"/>
                  </a:lnTo>
                  <a:lnTo>
                    <a:pt x="60345" y="1174449"/>
                  </a:lnTo>
                  <a:lnTo>
                    <a:pt x="27724" y="1131836"/>
                  </a:lnTo>
                  <a:lnTo>
                    <a:pt x="7113" y="1082247"/>
                  </a:lnTo>
                  <a:lnTo>
                    <a:pt x="0" y="1028877"/>
                  </a:lnTo>
                  <a:lnTo>
                    <a:pt x="368" y="205917"/>
                  </a:lnTo>
                  <a:close/>
                </a:path>
              </a:pathLst>
            </a:custGeom>
            <a:ln w="9359">
              <a:solidFill>
                <a:srgbClr val="BD862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830984" y="3889320"/>
            <a:ext cx="1540510" cy="78105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900" b="1" spc="-10" dirty="0">
                <a:solidFill>
                  <a:srgbClr val="BD86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250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synthetic</a:t>
            </a:r>
            <a:r>
              <a:rPr sz="16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sites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xfrm>
            <a:off x="11603583" y="6484909"/>
            <a:ext cx="153670" cy="16030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71297" y="416421"/>
            <a:ext cx="348814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8665" y="1154652"/>
            <a:ext cx="712690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</a:t>
            </a:r>
            <a:r>
              <a:rPr spc="-2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deviations</a:t>
            </a:r>
            <a:r>
              <a:rPr spc="-2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affect</a:t>
            </a:r>
            <a:r>
              <a:rPr spc="-2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</a:t>
            </a:r>
            <a:r>
              <a:rPr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safety, </a:t>
            </a:r>
            <a:r>
              <a:rPr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pc="-2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integrity,</a:t>
            </a:r>
            <a:r>
              <a:rPr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-2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r>
              <a:rPr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quality.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1473" y="2057030"/>
            <a:ext cx="3658960" cy="1918093"/>
            <a:chOff x="640803" y="1532140"/>
            <a:chExt cx="3519170" cy="19183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803" y="1532140"/>
              <a:ext cx="3518636" cy="191809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85444" y="1553756"/>
              <a:ext cx="3429635" cy="1829435"/>
            </a:xfrm>
            <a:custGeom>
              <a:avLst/>
              <a:gdLst/>
              <a:ahLst/>
              <a:cxnLst/>
              <a:rect l="l" t="t" r="r" b="b"/>
              <a:pathLst>
                <a:path w="3429635" h="1829435">
                  <a:moveTo>
                    <a:pt x="305269" y="0"/>
                  </a:moveTo>
                  <a:lnTo>
                    <a:pt x="265325" y="2616"/>
                  </a:lnTo>
                  <a:lnTo>
                    <a:pt x="226255" y="10398"/>
                  </a:lnTo>
                  <a:lnTo>
                    <a:pt x="188535" y="23242"/>
                  </a:lnTo>
                  <a:lnTo>
                    <a:pt x="152641" y="41046"/>
                  </a:lnTo>
                  <a:lnTo>
                    <a:pt x="119556" y="63189"/>
                  </a:lnTo>
                  <a:lnTo>
                    <a:pt x="89679" y="89419"/>
                  </a:lnTo>
                  <a:lnTo>
                    <a:pt x="63381" y="119361"/>
                  </a:lnTo>
                  <a:lnTo>
                    <a:pt x="41033" y="152641"/>
                  </a:lnTo>
                  <a:lnTo>
                    <a:pt x="23442" y="188335"/>
                  </a:lnTo>
                  <a:lnTo>
                    <a:pt x="10707" y="225950"/>
                  </a:lnTo>
                  <a:lnTo>
                    <a:pt x="2966" y="264982"/>
                  </a:lnTo>
                  <a:lnTo>
                    <a:pt x="355" y="304926"/>
                  </a:lnTo>
                  <a:lnTo>
                    <a:pt x="0" y="1524241"/>
                  </a:lnTo>
                  <a:lnTo>
                    <a:pt x="2614" y="1564191"/>
                  </a:lnTo>
                  <a:lnTo>
                    <a:pt x="10391" y="1603262"/>
                  </a:lnTo>
                  <a:lnTo>
                    <a:pt x="23180" y="1640832"/>
                  </a:lnTo>
                  <a:lnTo>
                    <a:pt x="23231" y="1640982"/>
                  </a:lnTo>
                  <a:lnTo>
                    <a:pt x="41033" y="1676882"/>
                  </a:lnTo>
                  <a:lnTo>
                    <a:pt x="63077" y="1709806"/>
                  </a:lnTo>
                  <a:lnTo>
                    <a:pt x="63181" y="1709962"/>
                  </a:lnTo>
                  <a:lnTo>
                    <a:pt x="89412" y="1739839"/>
                  </a:lnTo>
                  <a:lnTo>
                    <a:pt x="119355" y="1766140"/>
                  </a:lnTo>
                  <a:lnTo>
                    <a:pt x="152641" y="1788490"/>
                  </a:lnTo>
                  <a:lnTo>
                    <a:pt x="188328" y="1806081"/>
                  </a:lnTo>
                  <a:lnTo>
                    <a:pt x="225939" y="1818816"/>
                  </a:lnTo>
                  <a:lnTo>
                    <a:pt x="264969" y="1826557"/>
                  </a:lnTo>
                  <a:lnTo>
                    <a:pt x="304914" y="1829168"/>
                  </a:lnTo>
                  <a:lnTo>
                    <a:pt x="3124441" y="1829168"/>
                  </a:lnTo>
                  <a:lnTo>
                    <a:pt x="3164298" y="1826557"/>
                  </a:lnTo>
                  <a:lnTo>
                    <a:pt x="3203224" y="1818816"/>
                  </a:lnTo>
                  <a:lnTo>
                    <a:pt x="3241175" y="1805926"/>
                  </a:lnTo>
                  <a:lnTo>
                    <a:pt x="3277069" y="1788121"/>
                  </a:lnTo>
                  <a:lnTo>
                    <a:pt x="3310155" y="1765979"/>
                  </a:lnTo>
                  <a:lnTo>
                    <a:pt x="3339928" y="1739839"/>
                  </a:lnTo>
                  <a:lnTo>
                    <a:pt x="3366329" y="1709806"/>
                  </a:lnTo>
                  <a:lnTo>
                    <a:pt x="3388677" y="1676527"/>
                  </a:lnTo>
                  <a:lnTo>
                    <a:pt x="3406194" y="1640982"/>
                  </a:lnTo>
                  <a:lnTo>
                    <a:pt x="3406268" y="1640832"/>
                  </a:lnTo>
                  <a:lnTo>
                    <a:pt x="3418988" y="1603262"/>
                  </a:lnTo>
                  <a:lnTo>
                    <a:pt x="3426743" y="1564191"/>
                  </a:lnTo>
                  <a:lnTo>
                    <a:pt x="3429355" y="1524241"/>
                  </a:lnTo>
                  <a:lnTo>
                    <a:pt x="3429332" y="304926"/>
                  </a:lnTo>
                  <a:lnTo>
                    <a:pt x="3426739" y="265332"/>
                  </a:lnTo>
                  <a:lnTo>
                    <a:pt x="3418959" y="226261"/>
                  </a:lnTo>
                  <a:lnTo>
                    <a:pt x="3406118" y="188541"/>
                  </a:lnTo>
                  <a:lnTo>
                    <a:pt x="3388321" y="152641"/>
                  </a:lnTo>
                  <a:lnTo>
                    <a:pt x="3366173" y="119563"/>
                  </a:lnTo>
                  <a:lnTo>
                    <a:pt x="3339942" y="89690"/>
                  </a:lnTo>
                  <a:lnTo>
                    <a:pt x="3309999" y="63394"/>
                  </a:lnTo>
                  <a:lnTo>
                    <a:pt x="3276714" y="41046"/>
                  </a:lnTo>
                  <a:lnTo>
                    <a:pt x="3241025" y="23449"/>
                  </a:lnTo>
                  <a:lnTo>
                    <a:pt x="3203411" y="10715"/>
                  </a:lnTo>
                  <a:lnTo>
                    <a:pt x="3164380" y="2977"/>
                  </a:lnTo>
                  <a:lnTo>
                    <a:pt x="3124441" y="368"/>
                  </a:lnTo>
                  <a:lnTo>
                    <a:pt x="305269" y="0"/>
                  </a:lnTo>
                  <a:close/>
                </a:path>
              </a:pathLst>
            </a:custGeom>
            <a:solidFill>
              <a:srgbClr val="EFF3F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685444" y="1553756"/>
              <a:ext cx="3429635" cy="1829435"/>
            </a:xfrm>
            <a:custGeom>
              <a:avLst/>
              <a:gdLst/>
              <a:ahLst/>
              <a:cxnLst/>
              <a:rect l="l" t="t" r="r" b="b"/>
              <a:pathLst>
                <a:path w="3429635" h="1829435">
                  <a:moveTo>
                    <a:pt x="355" y="304926"/>
                  </a:moveTo>
                  <a:lnTo>
                    <a:pt x="2966" y="264982"/>
                  </a:lnTo>
                  <a:lnTo>
                    <a:pt x="10707" y="225950"/>
                  </a:lnTo>
                  <a:lnTo>
                    <a:pt x="23442" y="188335"/>
                  </a:lnTo>
                  <a:lnTo>
                    <a:pt x="41033" y="152641"/>
                  </a:lnTo>
                  <a:lnTo>
                    <a:pt x="63381" y="119361"/>
                  </a:lnTo>
                  <a:lnTo>
                    <a:pt x="89679" y="89419"/>
                  </a:lnTo>
                  <a:lnTo>
                    <a:pt x="119556" y="63189"/>
                  </a:lnTo>
                  <a:lnTo>
                    <a:pt x="152641" y="41046"/>
                  </a:lnTo>
                  <a:lnTo>
                    <a:pt x="188535" y="23242"/>
                  </a:lnTo>
                  <a:lnTo>
                    <a:pt x="226255" y="10398"/>
                  </a:lnTo>
                  <a:lnTo>
                    <a:pt x="265325" y="2616"/>
                  </a:lnTo>
                  <a:lnTo>
                    <a:pt x="305269" y="0"/>
                  </a:lnTo>
                  <a:lnTo>
                    <a:pt x="3124441" y="368"/>
                  </a:lnTo>
                  <a:lnTo>
                    <a:pt x="3164380" y="2977"/>
                  </a:lnTo>
                  <a:lnTo>
                    <a:pt x="3203411" y="10715"/>
                  </a:lnTo>
                  <a:lnTo>
                    <a:pt x="3241025" y="23449"/>
                  </a:lnTo>
                  <a:lnTo>
                    <a:pt x="3276714" y="41046"/>
                  </a:lnTo>
                  <a:lnTo>
                    <a:pt x="3309999" y="63394"/>
                  </a:lnTo>
                  <a:lnTo>
                    <a:pt x="3339942" y="89690"/>
                  </a:lnTo>
                  <a:lnTo>
                    <a:pt x="3366173" y="119563"/>
                  </a:lnTo>
                  <a:lnTo>
                    <a:pt x="3388321" y="152641"/>
                  </a:lnTo>
                  <a:lnTo>
                    <a:pt x="3406118" y="188541"/>
                  </a:lnTo>
                  <a:lnTo>
                    <a:pt x="3418959" y="226261"/>
                  </a:lnTo>
                  <a:lnTo>
                    <a:pt x="3426739" y="265332"/>
                  </a:lnTo>
                  <a:lnTo>
                    <a:pt x="3429355" y="305282"/>
                  </a:lnTo>
                  <a:lnTo>
                    <a:pt x="3429355" y="1524241"/>
                  </a:lnTo>
                  <a:lnTo>
                    <a:pt x="3426744" y="1564186"/>
                  </a:lnTo>
                  <a:lnTo>
                    <a:pt x="3419003" y="1603217"/>
                  </a:lnTo>
                  <a:lnTo>
                    <a:pt x="3406268" y="1640832"/>
                  </a:lnTo>
                  <a:lnTo>
                    <a:pt x="3388677" y="1676527"/>
                  </a:lnTo>
                  <a:lnTo>
                    <a:pt x="3366329" y="1709806"/>
                  </a:lnTo>
                  <a:lnTo>
                    <a:pt x="3340031" y="1739749"/>
                  </a:lnTo>
                  <a:lnTo>
                    <a:pt x="3310155" y="1765979"/>
                  </a:lnTo>
                  <a:lnTo>
                    <a:pt x="3277069" y="1788121"/>
                  </a:lnTo>
                  <a:lnTo>
                    <a:pt x="3241175" y="1805926"/>
                  </a:lnTo>
                  <a:lnTo>
                    <a:pt x="3203455" y="1818770"/>
                  </a:lnTo>
                  <a:lnTo>
                    <a:pt x="3164386" y="1826551"/>
                  </a:lnTo>
                  <a:lnTo>
                    <a:pt x="3124441" y="1829168"/>
                  </a:lnTo>
                  <a:lnTo>
                    <a:pt x="304914" y="1829168"/>
                  </a:lnTo>
                  <a:lnTo>
                    <a:pt x="264969" y="1826557"/>
                  </a:lnTo>
                  <a:lnTo>
                    <a:pt x="225939" y="1818816"/>
                  </a:lnTo>
                  <a:lnTo>
                    <a:pt x="188328" y="1806081"/>
                  </a:lnTo>
                  <a:lnTo>
                    <a:pt x="152641" y="1788490"/>
                  </a:lnTo>
                  <a:lnTo>
                    <a:pt x="119355" y="1766140"/>
                  </a:lnTo>
                  <a:lnTo>
                    <a:pt x="89412" y="1739839"/>
                  </a:lnTo>
                  <a:lnTo>
                    <a:pt x="63181" y="1709962"/>
                  </a:lnTo>
                  <a:lnTo>
                    <a:pt x="41033" y="1676882"/>
                  </a:lnTo>
                  <a:lnTo>
                    <a:pt x="23231" y="1640982"/>
                  </a:lnTo>
                  <a:lnTo>
                    <a:pt x="10391" y="1603262"/>
                  </a:lnTo>
                  <a:lnTo>
                    <a:pt x="2614" y="1564191"/>
                  </a:lnTo>
                  <a:lnTo>
                    <a:pt x="0" y="1524241"/>
                  </a:lnTo>
                  <a:lnTo>
                    <a:pt x="355" y="304926"/>
                  </a:lnTo>
                  <a:close/>
                </a:path>
              </a:pathLst>
            </a:custGeom>
            <a:ln w="9359">
              <a:solidFill>
                <a:srgbClr val="275E95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98486" y="2078643"/>
            <a:ext cx="3142844" cy="1760097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900" b="1" dirty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sz="1900" b="1" spc="-55" dirty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dirty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900" b="1" spc="-55" dirty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spc="-10" dirty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happening?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800"/>
              </a:spcBef>
            </a:pP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</a:t>
            </a:r>
            <a:r>
              <a:rPr sz="1600" spc="-5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visit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records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sz="1600" spc="-5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checked</a:t>
            </a:r>
            <a:r>
              <a:rPr sz="1600" spc="-6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against</a:t>
            </a:r>
            <a:r>
              <a:rPr sz="1600" spc="-6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</a:t>
            </a:r>
            <a:r>
              <a:rPr sz="1600" spc="-5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r>
              <a:rPr sz="1600" spc="-5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such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1600" spc="-2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visit</a:t>
            </a:r>
            <a:r>
              <a:rPr sz="1600" spc="-2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windows,</a:t>
            </a:r>
            <a:r>
              <a:rPr sz="1600" spc="-2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dosing, medication restrictions, assessments,</a:t>
            </a:r>
            <a:r>
              <a:rPr sz="1600" spc="-2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eligibility</a:t>
            </a:r>
            <a:r>
              <a:rPr sz="1600" spc="-2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consent.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351296" y="2078643"/>
            <a:ext cx="3519170" cy="1918335"/>
            <a:chOff x="4344123" y="1532140"/>
            <a:chExt cx="3519170" cy="191833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44123" y="1532140"/>
              <a:ext cx="3518636" cy="191809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388764" y="1553756"/>
              <a:ext cx="3429635" cy="1829435"/>
            </a:xfrm>
            <a:custGeom>
              <a:avLst/>
              <a:gdLst/>
              <a:ahLst/>
              <a:cxnLst/>
              <a:rect l="l" t="t" r="r" b="b"/>
              <a:pathLst>
                <a:path w="3429634" h="1829435">
                  <a:moveTo>
                    <a:pt x="305269" y="0"/>
                  </a:moveTo>
                  <a:lnTo>
                    <a:pt x="265325" y="2616"/>
                  </a:lnTo>
                  <a:lnTo>
                    <a:pt x="226255" y="10398"/>
                  </a:lnTo>
                  <a:lnTo>
                    <a:pt x="188535" y="23242"/>
                  </a:lnTo>
                  <a:lnTo>
                    <a:pt x="152641" y="41046"/>
                  </a:lnTo>
                  <a:lnTo>
                    <a:pt x="119556" y="63189"/>
                  </a:lnTo>
                  <a:lnTo>
                    <a:pt x="89679" y="89419"/>
                  </a:lnTo>
                  <a:lnTo>
                    <a:pt x="63381" y="119361"/>
                  </a:lnTo>
                  <a:lnTo>
                    <a:pt x="41033" y="152641"/>
                  </a:lnTo>
                  <a:lnTo>
                    <a:pt x="23442" y="188335"/>
                  </a:lnTo>
                  <a:lnTo>
                    <a:pt x="10707" y="225950"/>
                  </a:lnTo>
                  <a:lnTo>
                    <a:pt x="2966" y="264982"/>
                  </a:lnTo>
                  <a:lnTo>
                    <a:pt x="355" y="304926"/>
                  </a:lnTo>
                  <a:lnTo>
                    <a:pt x="0" y="1524241"/>
                  </a:lnTo>
                  <a:lnTo>
                    <a:pt x="2614" y="1564191"/>
                  </a:lnTo>
                  <a:lnTo>
                    <a:pt x="10391" y="1603262"/>
                  </a:lnTo>
                  <a:lnTo>
                    <a:pt x="23180" y="1640832"/>
                  </a:lnTo>
                  <a:lnTo>
                    <a:pt x="23231" y="1640982"/>
                  </a:lnTo>
                  <a:lnTo>
                    <a:pt x="41033" y="1676882"/>
                  </a:lnTo>
                  <a:lnTo>
                    <a:pt x="63077" y="1709806"/>
                  </a:lnTo>
                  <a:lnTo>
                    <a:pt x="63181" y="1709962"/>
                  </a:lnTo>
                  <a:lnTo>
                    <a:pt x="89412" y="1739839"/>
                  </a:lnTo>
                  <a:lnTo>
                    <a:pt x="119355" y="1766140"/>
                  </a:lnTo>
                  <a:lnTo>
                    <a:pt x="152641" y="1788490"/>
                  </a:lnTo>
                  <a:lnTo>
                    <a:pt x="188328" y="1806081"/>
                  </a:lnTo>
                  <a:lnTo>
                    <a:pt x="225939" y="1818816"/>
                  </a:lnTo>
                  <a:lnTo>
                    <a:pt x="264969" y="1826557"/>
                  </a:lnTo>
                  <a:lnTo>
                    <a:pt x="304914" y="1829168"/>
                  </a:lnTo>
                  <a:lnTo>
                    <a:pt x="3124441" y="1829168"/>
                  </a:lnTo>
                  <a:lnTo>
                    <a:pt x="3164298" y="1826557"/>
                  </a:lnTo>
                  <a:lnTo>
                    <a:pt x="3203224" y="1818816"/>
                  </a:lnTo>
                  <a:lnTo>
                    <a:pt x="3241175" y="1805926"/>
                  </a:lnTo>
                  <a:lnTo>
                    <a:pt x="3277069" y="1788121"/>
                  </a:lnTo>
                  <a:lnTo>
                    <a:pt x="3310155" y="1765979"/>
                  </a:lnTo>
                  <a:lnTo>
                    <a:pt x="3339928" y="1739839"/>
                  </a:lnTo>
                  <a:lnTo>
                    <a:pt x="3366329" y="1709806"/>
                  </a:lnTo>
                  <a:lnTo>
                    <a:pt x="3388677" y="1676527"/>
                  </a:lnTo>
                  <a:lnTo>
                    <a:pt x="3406194" y="1640982"/>
                  </a:lnTo>
                  <a:lnTo>
                    <a:pt x="3418988" y="1603262"/>
                  </a:lnTo>
                  <a:lnTo>
                    <a:pt x="3426743" y="1564191"/>
                  </a:lnTo>
                  <a:lnTo>
                    <a:pt x="3429355" y="1524241"/>
                  </a:lnTo>
                  <a:lnTo>
                    <a:pt x="3429332" y="304926"/>
                  </a:lnTo>
                  <a:lnTo>
                    <a:pt x="3426739" y="265332"/>
                  </a:lnTo>
                  <a:lnTo>
                    <a:pt x="3418959" y="226261"/>
                  </a:lnTo>
                  <a:lnTo>
                    <a:pt x="3406118" y="188541"/>
                  </a:lnTo>
                  <a:lnTo>
                    <a:pt x="3388321" y="152641"/>
                  </a:lnTo>
                  <a:lnTo>
                    <a:pt x="3366173" y="119563"/>
                  </a:lnTo>
                  <a:lnTo>
                    <a:pt x="3339942" y="89690"/>
                  </a:lnTo>
                  <a:lnTo>
                    <a:pt x="3309999" y="63394"/>
                  </a:lnTo>
                  <a:lnTo>
                    <a:pt x="3276714" y="41046"/>
                  </a:lnTo>
                  <a:lnTo>
                    <a:pt x="3241025" y="23449"/>
                  </a:lnTo>
                  <a:lnTo>
                    <a:pt x="3203411" y="10715"/>
                  </a:lnTo>
                  <a:lnTo>
                    <a:pt x="3164380" y="2977"/>
                  </a:lnTo>
                  <a:lnTo>
                    <a:pt x="3124441" y="368"/>
                  </a:lnTo>
                  <a:lnTo>
                    <a:pt x="305269" y="0"/>
                  </a:lnTo>
                  <a:close/>
                </a:path>
              </a:pathLst>
            </a:custGeom>
            <a:solidFill>
              <a:srgbClr val="EFF3F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4388764" y="1553756"/>
              <a:ext cx="3429635" cy="1829435"/>
            </a:xfrm>
            <a:custGeom>
              <a:avLst/>
              <a:gdLst/>
              <a:ahLst/>
              <a:cxnLst/>
              <a:rect l="l" t="t" r="r" b="b"/>
              <a:pathLst>
                <a:path w="3429634" h="1829435">
                  <a:moveTo>
                    <a:pt x="355" y="304926"/>
                  </a:moveTo>
                  <a:lnTo>
                    <a:pt x="2966" y="264982"/>
                  </a:lnTo>
                  <a:lnTo>
                    <a:pt x="10707" y="225950"/>
                  </a:lnTo>
                  <a:lnTo>
                    <a:pt x="23442" y="188335"/>
                  </a:lnTo>
                  <a:lnTo>
                    <a:pt x="41033" y="152641"/>
                  </a:lnTo>
                  <a:lnTo>
                    <a:pt x="63381" y="119361"/>
                  </a:lnTo>
                  <a:lnTo>
                    <a:pt x="89679" y="89419"/>
                  </a:lnTo>
                  <a:lnTo>
                    <a:pt x="119556" y="63189"/>
                  </a:lnTo>
                  <a:lnTo>
                    <a:pt x="152641" y="41046"/>
                  </a:lnTo>
                  <a:lnTo>
                    <a:pt x="188535" y="23242"/>
                  </a:lnTo>
                  <a:lnTo>
                    <a:pt x="226255" y="10398"/>
                  </a:lnTo>
                  <a:lnTo>
                    <a:pt x="265325" y="2616"/>
                  </a:lnTo>
                  <a:lnTo>
                    <a:pt x="305269" y="0"/>
                  </a:lnTo>
                  <a:lnTo>
                    <a:pt x="3124441" y="368"/>
                  </a:lnTo>
                  <a:lnTo>
                    <a:pt x="3164380" y="2977"/>
                  </a:lnTo>
                  <a:lnTo>
                    <a:pt x="3203411" y="10715"/>
                  </a:lnTo>
                  <a:lnTo>
                    <a:pt x="3241025" y="23449"/>
                  </a:lnTo>
                  <a:lnTo>
                    <a:pt x="3276714" y="41046"/>
                  </a:lnTo>
                  <a:lnTo>
                    <a:pt x="3309999" y="63394"/>
                  </a:lnTo>
                  <a:lnTo>
                    <a:pt x="3339942" y="89690"/>
                  </a:lnTo>
                  <a:lnTo>
                    <a:pt x="3366173" y="119563"/>
                  </a:lnTo>
                  <a:lnTo>
                    <a:pt x="3388321" y="152641"/>
                  </a:lnTo>
                  <a:lnTo>
                    <a:pt x="3406118" y="188541"/>
                  </a:lnTo>
                  <a:lnTo>
                    <a:pt x="3418959" y="226261"/>
                  </a:lnTo>
                  <a:lnTo>
                    <a:pt x="3426739" y="265332"/>
                  </a:lnTo>
                  <a:lnTo>
                    <a:pt x="3429355" y="305282"/>
                  </a:lnTo>
                  <a:lnTo>
                    <a:pt x="3429355" y="1524241"/>
                  </a:lnTo>
                  <a:lnTo>
                    <a:pt x="3426744" y="1564186"/>
                  </a:lnTo>
                  <a:lnTo>
                    <a:pt x="3419003" y="1603217"/>
                  </a:lnTo>
                  <a:lnTo>
                    <a:pt x="3406268" y="1640832"/>
                  </a:lnTo>
                  <a:lnTo>
                    <a:pt x="3388677" y="1676527"/>
                  </a:lnTo>
                  <a:lnTo>
                    <a:pt x="3366329" y="1709806"/>
                  </a:lnTo>
                  <a:lnTo>
                    <a:pt x="3340031" y="1739749"/>
                  </a:lnTo>
                  <a:lnTo>
                    <a:pt x="3310155" y="1765979"/>
                  </a:lnTo>
                  <a:lnTo>
                    <a:pt x="3277069" y="1788121"/>
                  </a:lnTo>
                  <a:lnTo>
                    <a:pt x="3241175" y="1805926"/>
                  </a:lnTo>
                  <a:lnTo>
                    <a:pt x="3203455" y="1818770"/>
                  </a:lnTo>
                  <a:lnTo>
                    <a:pt x="3164386" y="1826551"/>
                  </a:lnTo>
                  <a:lnTo>
                    <a:pt x="3124441" y="1829168"/>
                  </a:lnTo>
                  <a:lnTo>
                    <a:pt x="304914" y="1829168"/>
                  </a:lnTo>
                  <a:lnTo>
                    <a:pt x="264969" y="1826557"/>
                  </a:lnTo>
                  <a:lnTo>
                    <a:pt x="225939" y="1818816"/>
                  </a:lnTo>
                  <a:lnTo>
                    <a:pt x="188328" y="1806081"/>
                  </a:lnTo>
                  <a:lnTo>
                    <a:pt x="152641" y="1788490"/>
                  </a:lnTo>
                  <a:lnTo>
                    <a:pt x="119355" y="1766140"/>
                  </a:lnTo>
                  <a:lnTo>
                    <a:pt x="89412" y="1739839"/>
                  </a:lnTo>
                  <a:lnTo>
                    <a:pt x="63181" y="1709962"/>
                  </a:lnTo>
                  <a:lnTo>
                    <a:pt x="41033" y="1676882"/>
                  </a:lnTo>
                  <a:lnTo>
                    <a:pt x="23231" y="1640982"/>
                  </a:lnTo>
                  <a:lnTo>
                    <a:pt x="10391" y="1603262"/>
                  </a:lnTo>
                  <a:lnTo>
                    <a:pt x="2614" y="1564191"/>
                  </a:lnTo>
                  <a:lnTo>
                    <a:pt x="0" y="1524241"/>
                  </a:lnTo>
                  <a:lnTo>
                    <a:pt x="355" y="304926"/>
                  </a:lnTo>
                  <a:close/>
                </a:path>
              </a:pathLst>
            </a:custGeom>
            <a:ln w="9359">
              <a:solidFill>
                <a:srgbClr val="36815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734793" y="2108399"/>
            <a:ext cx="2740025" cy="151193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900" b="1" dirty="0">
                <a:solidFill>
                  <a:srgbClr val="3681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</a:t>
            </a:r>
            <a:r>
              <a:rPr sz="1900" b="1" spc="-70" dirty="0">
                <a:solidFill>
                  <a:srgbClr val="3681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dirty="0">
                <a:solidFill>
                  <a:srgbClr val="3681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needs</a:t>
            </a:r>
            <a:r>
              <a:rPr sz="1900" b="1" spc="-65" dirty="0">
                <a:solidFill>
                  <a:srgbClr val="3681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spc="-25" dirty="0">
                <a:solidFill>
                  <a:srgbClr val="3681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it?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800"/>
              </a:spcBef>
            </a:pP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</a:t>
            </a:r>
            <a:r>
              <a:rPr sz="1600" spc="-5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r>
              <a:rPr sz="1600" spc="-5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teams,</a:t>
            </a:r>
            <a:r>
              <a:rPr sz="1600" spc="-5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coordinators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oversight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teams</a:t>
            </a:r>
            <a:r>
              <a:rPr sz="1600" spc="-5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sz="1600" spc="-5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00" spc="-5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way</a:t>
            </a:r>
            <a:r>
              <a:rPr sz="1600" spc="-5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600" spc="-5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problematic</a:t>
            </a:r>
            <a:r>
              <a:rPr sz="1600" spc="-2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084413" y="2087617"/>
            <a:ext cx="3519170" cy="1918335"/>
            <a:chOff x="8047443" y="1532140"/>
            <a:chExt cx="3519170" cy="191833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47443" y="1532140"/>
              <a:ext cx="3518636" cy="191809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092084" y="1553756"/>
              <a:ext cx="3429635" cy="1829435"/>
            </a:xfrm>
            <a:custGeom>
              <a:avLst/>
              <a:gdLst/>
              <a:ahLst/>
              <a:cxnLst/>
              <a:rect l="l" t="t" r="r" b="b"/>
              <a:pathLst>
                <a:path w="3429634" h="1829435">
                  <a:moveTo>
                    <a:pt x="305269" y="0"/>
                  </a:moveTo>
                  <a:lnTo>
                    <a:pt x="265325" y="2616"/>
                  </a:lnTo>
                  <a:lnTo>
                    <a:pt x="226255" y="10398"/>
                  </a:lnTo>
                  <a:lnTo>
                    <a:pt x="188535" y="23242"/>
                  </a:lnTo>
                  <a:lnTo>
                    <a:pt x="152641" y="41046"/>
                  </a:lnTo>
                  <a:lnTo>
                    <a:pt x="119556" y="63189"/>
                  </a:lnTo>
                  <a:lnTo>
                    <a:pt x="89679" y="89419"/>
                  </a:lnTo>
                  <a:lnTo>
                    <a:pt x="63381" y="119361"/>
                  </a:lnTo>
                  <a:lnTo>
                    <a:pt x="41033" y="152641"/>
                  </a:lnTo>
                  <a:lnTo>
                    <a:pt x="23442" y="188335"/>
                  </a:lnTo>
                  <a:lnTo>
                    <a:pt x="10707" y="225950"/>
                  </a:lnTo>
                  <a:lnTo>
                    <a:pt x="2966" y="264982"/>
                  </a:lnTo>
                  <a:lnTo>
                    <a:pt x="355" y="304926"/>
                  </a:lnTo>
                  <a:lnTo>
                    <a:pt x="0" y="1524241"/>
                  </a:lnTo>
                  <a:lnTo>
                    <a:pt x="2614" y="1564191"/>
                  </a:lnTo>
                  <a:lnTo>
                    <a:pt x="10391" y="1603262"/>
                  </a:lnTo>
                  <a:lnTo>
                    <a:pt x="23180" y="1640832"/>
                  </a:lnTo>
                  <a:lnTo>
                    <a:pt x="41033" y="1676882"/>
                  </a:lnTo>
                  <a:lnTo>
                    <a:pt x="63077" y="1709806"/>
                  </a:lnTo>
                  <a:lnTo>
                    <a:pt x="63181" y="1709962"/>
                  </a:lnTo>
                  <a:lnTo>
                    <a:pt x="89412" y="1739839"/>
                  </a:lnTo>
                  <a:lnTo>
                    <a:pt x="119355" y="1766140"/>
                  </a:lnTo>
                  <a:lnTo>
                    <a:pt x="152641" y="1788490"/>
                  </a:lnTo>
                  <a:lnTo>
                    <a:pt x="188328" y="1806081"/>
                  </a:lnTo>
                  <a:lnTo>
                    <a:pt x="225939" y="1818816"/>
                  </a:lnTo>
                  <a:lnTo>
                    <a:pt x="264969" y="1826557"/>
                  </a:lnTo>
                  <a:lnTo>
                    <a:pt x="304914" y="1829168"/>
                  </a:lnTo>
                  <a:lnTo>
                    <a:pt x="3124441" y="1829168"/>
                  </a:lnTo>
                  <a:lnTo>
                    <a:pt x="3164298" y="1826557"/>
                  </a:lnTo>
                  <a:lnTo>
                    <a:pt x="3203224" y="1818816"/>
                  </a:lnTo>
                  <a:lnTo>
                    <a:pt x="3241175" y="1805926"/>
                  </a:lnTo>
                  <a:lnTo>
                    <a:pt x="3277069" y="1788121"/>
                  </a:lnTo>
                  <a:lnTo>
                    <a:pt x="3310155" y="1765979"/>
                  </a:lnTo>
                  <a:lnTo>
                    <a:pt x="3339928" y="1739839"/>
                  </a:lnTo>
                  <a:lnTo>
                    <a:pt x="3366329" y="1709806"/>
                  </a:lnTo>
                  <a:lnTo>
                    <a:pt x="3388677" y="1676527"/>
                  </a:lnTo>
                  <a:lnTo>
                    <a:pt x="3406194" y="1640982"/>
                  </a:lnTo>
                  <a:lnTo>
                    <a:pt x="3418988" y="1603262"/>
                  </a:lnTo>
                  <a:lnTo>
                    <a:pt x="3426743" y="1564191"/>
                  </a:lnTo>
                  <a:lnTo>
                    <a:pt x="3429355" y="1524241"/>
                  </a:lnTo>
                  <a:lnTo>
                    <a:pt x="3429332" y="304926"/>
                  </a:lnTo>
                  <a:lnTo>
                    <a:pt x="3426739" y="265332"/>
                  </a:lnTo>
                  <a:lnTo>
                    <a:pt x="3418959" y="226261"/>
                  </a:lnTo>
                  <a:lnTo>
                    <a:pt x="3406118" y="188541"/>
                  </a:lnTo>
                  <a:lnTo>
                    <a:pt x="3388321" y="152641"/>
                  </a:lnTo>
                  <a:lnTo>
                    <a:pt x="3366173" y="119563"/>
                  </a:lnTo>
                  <a:lnTo>
                    <a:pt x="3339942" y="89690"/>
                  </a:lnTo>
                  <a:lnTo>
                    <a:pt x="3309999" y="63394"/>
                  </a:lnTo>
                  <a:lnTo>
                    <a:pt x="3276714" y="41046"/>
                  </a:lnTo>
                  <a:lnTo>
                    <a:pt x="3241025" y="23449"/>
                  </a:lnTo>
                  <a:lnTo>
                    <a:pt x="3203411" y="10715"/>
                  </a:lnTo>
                  <a:lnTo>
                    <a:pt x="3164380" y="2977"/>
                  </a:lnTo>
                  <a:lnTo>
                    <a:pt x="3124441" y="368"/>
                  </a:lnTo>
                  <a:lnTo>
                    <a:pt x="305269" y="0"/>
                  </a:lnTo>
                  <a:close/>
                </a:path>
              </a:pathLst>
            </a:custGeom>
            <a:solidFill>
              <a:srgbClr val="EFF3F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8092084" y="1553756"/>
              <a:ext cx="3429635" cy="1829435"/>
            </a:xfrm>
            <a:custGeom>
              <a:avLst/>
              <a:gdLst/>
              <a:ahLst/>
              <a:cxnLst/>
              <a:rect l="l" t="t" r="r" b="b"/>
              <a:pathLst>
                <a:path w="3429634" h="1829435">
                  <a:moveTo>
                    <a:pt x="355" y="304926"/>
                  </a:moveTo>
                  <a:lnTo>
                    <a:pt x="2966" y="264982"/>
                  </a:lnTo>
                  <a:lnTo>
                    <a:pt x="10707" y="225950"/>
                  </a:lnTo>
                  <a:lnTo>
                    <a:pt x="23442" y="188335"/>
                  </a:lnTo>
                  <a:lnTo>
                    <a:pt x="41033" y="152641"/>
                  </a:lnTo>
                  <a:lnTo>
                    <a:pt x="63381" y="119361"/>
                  </a:lnTo>
                  <a:lnTo>
                    <a:pt x="89679" y="89419"/>
                  </a:lnTo>
                  <a:lnTo>
                    <a:pt x="119556" y="63189"/>
                  </a:lnTo>
                  <a:lnTo>
                    <a:pt x="152641" y="41046"/>
                  </a:lnTo>
                  <a:lnTo>
                    <a:pt x="188535" y="23242"/>
                  </a:lnTo>
                  <a:lnTo>
                    <a:pt x="226255" y="10398"/>
                  </a:lnTo>
                  <a:lnTo>
                    <a:pt x="265325" y="2616"/>
                  </a:lnTo>
                  <a:lnTo>
                    <a:pt x="305269" y="0"/>
                  </a:lnTo>
                  <a:lnTo>
                    <a:pt x="3124441" y="368"/>
                  </a:lnTo>
                  <a:lnTo>
                    <a:pt x="3164380" y="2977"/>
                  </a:lnTo>
                  <a:lnTo>
                    <a:pt x="3203411" y="10715"/>
                  </a:lnTo>
                  <a:lnTo>
                    <a:pt x="3241025" y="23449"/>
                  </a:lnTo>
                  <a:lnTo>
                    <a:pt x="3276714" y="41046"/>
                  </a:lnTo>
                  <a:lnTo>
                    <a:pt x="3309999" y="63394"/>
                  </a:lnTo>
                  <a:lnTo>
                    <a:pt x="3339942" y="89690"/>
                  </a:lnTo>
                  <a:lnTo>
                    <a:pt x="3366173" y="119563"/>
                  </a:lnTo>
                  <a:lnTo>
                    <a:pt x="3388321" y="152641"/>
                  </a:lnTo>
                  <a:lnTo>
                    <a:pt x="3406118" y="188541"/>
                  </a:lnTo>
                  <a:lnTo>
                    <a:pt x="3418959" y="226261"/>
                  </a:lnTo>
                  <a:lnTo>
                    <a:pt x="3426739" y="265332"/>
                  </a:lnTo>
                  <a:lnTo>
                    <a:pt x="3429355" y="305282"/>
                  </a:lnTo>
                  <a:lnTo>
                    <a:pt x="3429355" y="1524241"/>
                  </a:lnTo>
                  <a:lnTo>
                    <a:pt x="3426744" y="1564186"/>
                  </a:lnTo>
                  <a:lnTo>
                    <a:pt x="3419003" y="1603217"/>
                  </a:lnTo>
                  <a:lnTo>
                    <a:pt x="3406268" y="1640832"/>
                  </a:lnTo>
                  <a:lnTo>
                    <a:pt x="3388677" y="1676527"/>
                  </a:lnTo>
                  <a:lnTo>
                    <a:pt x="3366329" y="1709806"/>
                  </a:lnTo>
                  <a:lnTo>
                    <a:pt x="3340031" y="1739749"/>
                  </a:lnTo>
                  <a:lnTo>
                    <a:pt x="3310155" y="1765979"/>
                  </a:lnTo>
                  <a:lnTo>
                    <a:pt x="3277069" y="1788121"/>
                  </a:lnTo>
                  <a:lnTo>
                    <a:pt x="3241175" y="1805926"/>
                  </a:lnTo>
                  <a:lnTo>
                    <a:pt x="3203455" y="1818770"/>
                  </a:lnTo>
                  <a:lnTo>
                    <a:pt x="3164386" y="1826551"/>
                  </a:lnTo>
                  <a:lnTo>
                    <a:pt x="3124441" y="1829168"/>
                  </a:lnTo>
                  <a:lnTo>
                    <a:pt x="304914" y="1829168"/>
                  </a:lnTo>
                  <a:lnTo>
                    <a:pt x="264969" y="1826557"/>
                  </a:lnTo>
                  <a:lnTo>
                    <a:pt x="225939" y="1818816"/>
                  </a:lnTo>
                  <a:lnTo>
                    <a:pt x="188328" y="1806081"/>
                  </a:lnTo>
                  <a:lnTo>
                    <a:pt x="152641" y="1788490"/>
                  </a:lnTo>
                  <a:lnTo>
                    <a:pt x="119355" y="1766140"/>
                  </a:lnTo>
                  <a:lnTo>
                    <a:pt x="89412" y="1739839"/>
                  </a:lnTo>
                  <a:lnTo>
                    <a:pt x="63181" y="1709962"/>
                  </a:lnTo>
                  <a:lnTo>
                    <a:pt x="41033" y="1676882"/>
                  </a:lnTo>
                  <a:lnTo>
                    <a:pt x="23231" y="1640982"/>
                  </a:lnTo>
                  <a:lnTo>
                    <a:pt x="10391" y="1603262"/>
                  </a:lnTo>
                  <a:lnTo>
                    <a:pt x="2614" y="1564191"/>
                  </a:lnTo>
                  <a:lnTo>
                    <a:pt x="0" y="1524241"/>
                  </a:lnTo>
                  <a:lnTo>
                    <a:pt x="355" y="304926"/>
                  </a:lnTo>
                  <a:close/>
                </a:path>
              </a:pathLst>
            </a:custGeom>
            <a:ln w="9359">
              <a:solidFill>
                <a:srgbClr val="B8404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534400" y="2100259"/>
            <a:ext cx="2886075" cy="151193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900" b="1" dirty="0">
                <a:solidFill>
                  <a:srgbClr val="B8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sz="1900" b="1" spc="-55" dirty="0">
                <a:solidFill>
                  <a:srgbClr val="B8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dirty="0">
                <a:solidFill>
                  <a:srgbClr val="B8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1900" b="1" spc="-50" dirty="0">
                <a:solidFill>
                  <a:srgbClr val="B8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spc="-10" dirty="0">
                <a:solidFill>
                  <a:srgbClr val="B8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matters</a:t>
            </a:r>
            <a:endParaRPr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800"/>
              </a:spcBef>
            </a:pP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16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16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harder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600" spc="-6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spot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worsening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trends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prioritize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sites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1600" spc="-5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corrective action.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xfrm>
            <a:off x="11603583" y="6484909"/>
            <a:ext cx="153670" cy="16030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98665" y="4191000"/>
            <a:ext cx="4501515" cy="1436370"/>
          </a:xfrm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400"/>
              </a:spcBef>
              <a:buChar char="•"/>
              <a:tabLst>
                <a:tab pos="195580" algn="l"/>
              </a:tabLst>
            </a:pPr>
            <a:r>
              <a:rPr sz="20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Need:</a:t>
            </a:r>
            <a:r>
              <a:rPr sz="2000" spc="-7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consistent</a:t>
            </a:r>
            <a:r>
              <a:rPr sz="2000" spc="-6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severity</a:t>
            </a:r>
            <a:r>
              <a:rPr sz="2000" spc="-6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5580" indent="-182880">
              <a:lnSpc>
                <a:spcPct val="100000"/>
              </a:lnSpc>
              <a:spcBef>
                <a:spcPts val="1300"/>
              </a:spcBef>
              <a:buChar char="•"/>
              <a:tabLst>
                <a:tab pos="195580" algn="l"/>
              </a:tabLst>
            </a:pPr>
            <a:r>
              <a:rPr sz="20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Need:</a:t>
            </a:r>
            <a:r>
              <a:rPr sz="20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site-</a:t>
            </a:r>
            <a:r>
              <a:rPr sz="20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sz="20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  <a:r>
              <a:rPr sz="20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prioritization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5580" indent="-182880">
              <a:lnSpc>
                <a:spcPct val="100000"/>
              </a:lnSpc>
              <a:spcBef>
                <a:spcPts val="1305"/>
              </a:spcBef>
              <a:buChar char="•"/>
              <a:tabLst>
                <a:tab pos="195580" algn="l"/>
              </a:tabLst>
            </a:pPr>
            <a:r>
              <a:rPr sz="20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Need:</a:t>
            </a:r>
            <a:r>
              <a:rPr sz="2000" spc="-5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actionable</a:t>
            </a:r>
            <a:r>
              <a:rPr sz="2000" spc="-5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</a:t>
            </a:r>
            <a:r>
              <a:rPr sz="20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0080" y="824048"/>
            <a:ext cx="309816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7448" y="1427411"/>
            <a:ext cx="763835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rule-</a:t>
            </a:r>
            <a:r>
              <a:rPr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monitoring</a:t>
            </a:r>
            <a:r>
              <a:rPr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converts</a:t>
            </a:r>
            <a:r>
              <a:rPr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visit</a:t>
            </a:r>
            <a:r>
              <a:rPr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records</a:t>
            </a:r>
            <a:r>
              <a:rPr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prioritized</a:t>
            </a:r>
            <a:r>
              <a:rPr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</a:t>
            </a:r>
            <a:r>
              <a:rPr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8503" y="2351972"/>
            <a:ext cx="2055495" cy="1506855"/>
            <a:chOff x="549719" y="1944344"/>
            <a:chExt cx="2055495" cy="15068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9719" y="1944344"/>
              <a:ext cx="2055241" cy="150625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4359" y="1965960"/>
              <a:ext cx="1965960" cy="1417320"/>
            </a:xfrm>
            <a:custGeom>
              <a:avLst/>
              <a:gdLst/>
              <a:ahLst/>
              <a:cxnLst/>
              <a:rect l="l" t="t" r="r" b="b"/>
              <a:pathLst>
                <a:path w="1965960" h="1417320">
                  <a:moveTo>
                    <a:pt x="1729435" y="0"/>
                  </a:moveTo>
                  <a:lnTo>
                    <a:pt x="236156" y="0"/>
                  </a:lnTo>
                  <a:lnTo>
                    <a:pt x="205302" y="2012"/>
                  </a:lnTo>
                  <a:lnTo>
                    <a:pt x="145895" y="17916"/>
                  </a:lnTo>
                  <a:lnTo>
                    <a:pt x="92331" y="48770"/>
                  </a:lnTo>
                  <a:lnTo>
                    <a:pt x="48891" y="92331"/>
                  </a:lnTo>
                  <a:lnTo>
                    <a:pt x="17916" y="145895"/>
                  </a:lnTo>
                  <a:lnTo>
                    <a:pt x="2012" y="205302"/>
                  </a:lnTo>
                  <a:lnTo>
                    <a:pt x="0" y="236156"/>
                  </a:lnTo>
                  <a:lnTo>
                    <a:pt x="0" y="1181163"/>
                  </a:lnTo>
                  <a:lnTo>
                    <a:pt x="1988" y="1211649"/>
                  </a:lnTo>
                  <a:lnTo>
                    <a:pt x="2012" y="1212017"/>
                  </a:lnTo>
                  <a:lnTo>
                    <a:pt x="7934" y="1241861"/>
                  </a:lnTo>
                  <a:lnTo>
                    <a:pt x="8007" y="1242228"/>
                  </a:lnTo>
                  <a:lnTo>
                    <a:pt x="17793" y="1271061"/>
                  </a:lnTo>
                  <a:lnTo>
                    <a:pt x="17916" y="1271424"/>
                  </a:lnTo>
                  <a:lnTo>
                    <a:pt x="48770" y="1324988"/>
                  </a:lnTo>
                  <a:lnTo>
                    <a:pt x="92279" y="1368394"/>
                  </a:lnTo>
                  <a:lnTo>
                    <a:pt x="145895" y="1399403"/>
                  </a:lnTo>
                  <a:lnTo>
                    <a:pt x="205302" y="1415307"/>
                  </a:lnTo>
                  <a:lnTo>
                    <a:pt x="236156" y="1417319"/>
                  </a:lnTo>
                  <a:lnTo>
                    <a:pt x="1729803" y="1416964"/>
                  </a:lnTo>
                  <a:lnTo>
                    <a:pt x="1790868" y="1408950"/>
                  </a:lnTo>
                  <a:lnTo>
                    <a:pt x="1847875" y="1385277"/>
                  </a:lnTo>
                  <a:lnTo>
                    <a:pt x="1896748" y="1347884"/>
                  </a:lnTo>
                  <a:lnTo>
                    <a:pt x="1934286" y="1298879"/>
                  </a:lnTo>
                  <a:lnTo>
                    <a:pt x="1957828" y="1242228"/>
                  </a:lnTo>
                  <a:lnTo>
                    <a:pt x="1957952" y="1241861"/>
                  </a:lnTo>
                  <a:lnTo>
                    <a:pt x="1963874" y="1212017"/>
                  </a:lnTo>
                  <a:lnTo>
                    <a:pt x="1963947" y="1211649"/>
                  </a:lnTo>
                  <a:lnTo>
                    <a:pt x="1965935" y="1181163"/>
                  </a:lnTo>
                  <a:lnTo>
                    <a:pt x="1965960" y="1180795"/>
                  </a:lnTo>
                  <a:lnTo>
                    <a:pt x="1965604" y="236156"/>
                  </a:lnTo>
                  <a:lnTo>
                    <a:pt x="1957590" y="175091"/>
                  </a:lnTo>
                  <a:lnTo>
                    <a:pt x="1933917" y="118084"/>
                  </a:lnTo>
                  <a:lnTo>
                    <a:pt x="1896524" y="69211"/>
                  </a:lnTo>
                  <a:lnTo>
                    <a:pt x="1847519" y="31673"/>
                  </a:lnTo>
                  <a:lnTo>
                    <a:pt x="1790501" y="8007"/>
                  </a:lnTo>
                  <a:lnTo>
                    <a:pt x="1760289" y="2012"/>
                  </a:lnTo>
                  <a:lnTo>
                    <a:pt x="1729435" y="0"/>
                  </a:lnTo>
                  <a:close/>
                </a:path>
              </a:pathLst>
            </a:custGeom>
            <a:solidFill>
              <a:srgbClr val="EFF3F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594359" y="1965960"/>
              <a:ext cx="1965960" cy="1417320"/>
            </a:xfrm>
            <a:custGeom>
              <a:avLst/>
              <a:gdLst/>
              <a:ahLst/>
              <a:cxnLst/>
              <a:rect l="l" t="t" r="r" b="b"/>
              <a:pathLst>
                <a:path w="1965960" h="1417320">
                  <a:moveTo>
                    <a:pt x="0" y="236156"/>
                  </a:moveTo>
                  <a:lnTo>
                    <a:pt x="2012" y="205302"/>
                  </a:lnTo>
                  <a:lnTo>
                    <a:pt x="8007" y="175091"/>
                  </a:lnTo>
                  <a:lnTo>
                    <a:pt x="31673" y="118084"/>
                  </a:lnTo>
                  <a:lnTo>
                    <a:pt x="69211" y="69073"/>
                  </a:lnTo>
                  <a:lnTo>
                    <a:pt x="118084" y="31673"/>
                  </a:lnTo>
                  <a:lnTo>
                    <a:pt x="175091" y="8007"/>
                  </a:lnTo>
                  <a:lnTo>
                    <a:pt x="236156" y="0"/>
                  </a:lnTo>
                  <a:lnTo>
                    <a:pt x="1729435" y="0"/>
                  </a:lnTo>
                  <a:lnTo>
                    <a:pt x="1790501" y="8007"/>
                  </a:lnTo>
                  <a:lnTo>
                    <a:pt x="1847519" y="31673"/>
                  </a:lnTo>
                  <a:lnTo>
                    <a:pt x="1896524" y="69211"/>
                  </a:lnTo>
                  <a:lnTo>
                    <a:pt x="1933917" y="118084"/>
                  </a:lnTo>
                  <a:lnTo>
                    <a:pt x="1957590" y="175091"/>
                  </a:lnTo>
                  <a:lnTo>
                    <a:pt x="1965604" y="236156"/>
                  </a:lnTo>
                  <a:lnTo>
                    <a:pt x="1965960" y="1180795"/>
                  </a:lnTo>
                  <a:lnTo>
                    <a:pt x="1963947" y="1211649"/>
                  </a:lnTo>
                  <a:lnTo>
                    <a:pt x="1957952" y="1241861"/>
                  </a:lnTo>
                  <a:lnTo>
                    <a:pt x="1934286" y="1298879"/>
                  </a:lnTo>
                  <a:lnTo>
                    <a:pt x="1896748" y="1347884"/>
                  </a:lnTo>
                  <a:lnTo>
                    <a:pt x="1847875" y="1385277"/>
                  </a:lnTo>
                  <a:lnTo>
                    <a:pt x="1790868" y="1408950"/>
                  </a:lnTo>
                  <a:lnTo>
                    <a:pt x="1729803" y="1416964"/>
                  </a:lnTo>
                  <a:lnTo>
                    <a:pt x="236156" y="1417319"/>
                  </a:lnTo>
                  <a:lnTo>
                    <a:pt x="175091" y="1409312"/>
                  </a:lnTo>
                  <a:lnTo>
                    <a:pt x="118084" y="1385646"/>
                  </a:lnTo>
                  <a:lnTo>
                    <a:pt x="69073" y="1348108"/>
                  </a:lnTo>
                  <a:lnTo>
                    <a:pt x="31673" y="1299235"/>
                  </a:lnTo>
                  <a:lnTo>
                    <a:pt x="8007" y="1242228"/>
                  </a:lnTo>
                  <a:lnTo>
                    <a:pt x="0" y="1181163"/>
                  </a:lnTo>
                  <a:lnTo>
                    <a:pt x="0" y="236156"/>
                  </a:lnTo>
                  <a:close/>
                </a:path>
              </a:pathLst>
            </a:custGeom>
            <a:ln w="9359">
              <a:solidFill>
                <a:srgbClr val="275E95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04964" y="2422428"/>
            <a:ext cx="1107440" cy="102489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900" b="1" spc="-50" dirty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800"/>
              </a:spcBef>
            </a:pP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</a:t>
            </a:r>
            <a:r>
              <a:rPr sz="16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6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visit records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516505" y="2351972"/>
            <a:ext cx="2362200" cy="1506855"/>
            <a:chOff x="2547721" y="1944344"/>
            <a:chExt cx="2362200" cy="150685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47721" y="2406230"/>
              <a:ext cx="372605" cy="49104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587675" y="2423160"/>
              <a:ext cx="292735" cy="411480"/>
            </a:xfrm>
            <a:custGeom>
              <a:avLst/>
              <a:gdLst/>
              <a:ahLst/>
              <a:cxnLst/>
              <a:rect l="l" t="t" r="r" b="b"/>
              <a:pathLst>
                <a:path w="292735" h="411480">
                  <a:moveTo>
                    <a:pt x="146164" y="0"/>
                  </a:moveTo>
                  <a:lnTo>
                    <a:pt x="0" y="0"/>
                  </a:lnTo>
                  <a:lnTo>
                    <a:pt x="146164" y="205562"/>
                  </a:lnTo>
                  <a:lnTo>
                    <a:pt x="0" y="411479"/>
                  </a:lnTo>
                  <a:lnTo>
                    <a:pt x="146164" y="411479"/>
                  </a:lnTo>
                  <a:lnTo>
                    <a:pt x="292684" y="205562"/>
                  </a:lnTo>
                  <a:lnTo>
                    <a:pt x="146164" y="0"/>
                  </a:lnTo>
                  <a:close/>
                </a:path>
              </a:pathLst>
            </a:custGeom>
            <a:solidFill>
              <a:srgbClr val="275E9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54083" y="1944344"/>
              <a:ext cx="2055241" cy="150625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898724" y="1965960"/>
              <a:ext cx="1965960" cy="1417320"/>
            </a:xfrm>
            <a:custGeom>
              <a:avLst/>
              <a:gdLst/>
              <a:ahLst/>
              <a:cxnLst/>
              <a:rect l="l" t="t" r="r" b="b"/>
              <a:pathLst>
                <a:path w="1965960" h="1417320">
                  <a:moveTo>
                    <a:pt x="1729435" y="0"/>
                  </a:moveTo>
                  <a:lnTo>
                    <a:pt x="236156" y="0"/>
                  </a:lnTo>
                  <a:lnTo>
                    <a:pt x="205302" y="2012"/>
                  </a:lnTo>
                  <a:lnTo>
                    <a:pt x="145889" y="17916"/>
                  </a:lnTo>
                  <a:lnTo>
                    <a:pt x="92324" y="48770"/>
                  </a:lnTo>
                  <a:lnTo>
                    <a:pt x="48885" y="92331"/>
                  </a:lnTo>
                  <a:lnTo>
                    <a:pt x="17916" y="145895"/>
                  </a:lnTo>
                  <a:lnTo>
                    <a:pt x="2012" y="205302"/>
                  </a:lnTo>
                  <a:lnTo>
                    <a:pt x="0" y="236156"/>
                  </a:lnTo>
                  <a:lnTo>
                    <a:pt x="0" y="1181163"/>
                  </a:lnTo>
                  <a:lnTo>
                    <a:pt x="1988" y="1211649"/>
                  </a:lnTo>
                  <a:lnTo>
                    <a:pt x="2012" y="1212017"/>
                  </a:lnTo>
                  <a:lnTo>
                    <a:pt x="7934" y="1241861"/>
                  </a:lnTo>
                  <a:lnTo>
                    <a:pt x="8007" y="1242228"/>
                  </a:lnTo>
                  <a:lnTo>
                    <a:pt x="17793" y="1271061"/>
                  </a:lnTo>
                  <a:lnTo>
                    <a:pt x="48770" y="1324988"/>
                  </a:lnTo>
                  <a:lnTo>
                    <a:pt x="92274" y="1368394"/>
                  </a:lnTo>
                  <a:lnTo>
                    <a:pt x="145889" y="1399403"/>
                  </a:lnTo>
                  <a:lnTo>
                    <a:pt x="205302" y="1415307"/>
                  </a:lnTo>
                  <a:lnTo>
                    <a:pt x="236156" y="1417319"/>
                  </a:lnTo>
                  <a:lnTo>
                    <a:pt x="1729790" y="1416964"/>
                  </a:lnTo>
                  <a:lnTo>
                    <a:pt x="1790857" y="1408950"/>
                  </a:lnTo>
                  <a:lnTo>
                    <a:pt x="1847875" y="1385277"/>
                  </a:lnTo>
                  <a:lnTo>
                    <a:pt x="1896746" y="1347884"/>
                  </a:lnTo>
                  <a:lnTo>
                    <a:pt x="1934273" y="1298879"/>
                  </a:lnTo>
                  <a:lnTo>
                    <a:pt x="1957821" y="1242228"/>
                  </a:lnTo>
                  <a:lnTo>
                    <a:pt x="1965935" y="1181163"/>
                  </a:lnTo>
                  <a:lnTo>
                    <a:pt x="1965959" y="1180795"/>
                  </a:lnTo>
                  <a:lnTo>
                    <a:pt x="1965591" y="236156"/>
                  </a:lnTo>
                  <a:lnTo>
                    <a:pt x="1957584" y="175091"/>
                  </a:lnTo>
                  <a:lnTo>
                    <a:pt x="1933917" y="118084"/>
                  </a:lnTo>
                  <a:lnTo>
                    <a:pt x="1896519" y="69211"/>
                  </a:lnTo>
                  <a:lnTo>
                    <a:pt x="1847519" y="31673"/>
                  </a:lnTo>
                  <a:lnTo>
                    <a:pt x="1790501" y="8007"/>
                  </a:lnTo>
                  <a:lnTo>
                    <a:pt x="1760289" y="2012"/>
                  </a:lnTo>
                  <a:lnTo>
                    <a:pt x="1729435" y="0"/>
                  </a:lnTo>
                  <a:close/>
                </a:path>
              </a:pathLst>
            </a:custGeom>
            <a:solidFill>
              <a:srgbClr val="EFF3F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2898724" y="1965960"/>
              <a:ext cx="1965960" cy="1417320"/>
            </a:xfrm>
            <a:custGeom>
              <a:avLst/>
              <a:gdLst/>
              <a:ahLst/>
              <a:cxnLst/>
              <a:rect l="l" t="t" r="r" b="b"/>
              <a:pathLst>
                <a:path w="1965960" h="1417320">
                  <a:moveTo>
                    <a:pt x="0" y="236156"/>
                  </a:moveTo>
                  <a:lnTo>
                    <a:pt x="2012" y="205302"/>
                  </a:lnTo>
                  <a:lnTo>
                    <a:pt x="8007" y="175091"/>
                  </a:lnTo>
                  <a:lnTo>
                    <a:pt x="31673" y="118084"/>
                  </a:lnTo>
                  <a:lnTo>
                    <a:pt x="69205" y="69073"/>
                  </a:lnTo>
                  <a:lnTo>
                    <a:pt x="118071" y="31673"/>
                  </a:lnTo>
                  <a:lnTo>
                    <a:pt x="175090" y="8007"/>
                  </a:lnTo>
                  <a:lnTo>
                    <a:pt x="236156" y="0"/>
                  </a:lnTo>
                  <a:lnTo>
                    <a:pt x="1729435" y="0"/>
                  </a:lnTo>
                  <a:lnTo>
                    <a:pt x="1790501" y="8007"/>
                  </a:lnTo>
                  <a:lnTo>
                    <a:pt x="1847519" y="31673"/>
                  </a:lnTo>
                  <a:lnTo>
                    <a:pt x="1896519" y="69211"/>
                  </a:lnTo>
                  <a:lnTo>
                    <a:pt x="1933917" y="118084"/>
                  </a:lnTo>
                  <a:lnTo>
                    <a:pt x="1957584" y="175091"/>
                  </a:lnTo>
                  <a:lnTo>
                    <a:pt x="1965591" y="236156"/>
                  </a:lnTo>
                  <a:lnTo>
                    <a:pt x="1965959" y="1180795"/>
                  </a:lnTo>
                  <a:lnTo>
                    <a:pt x="1963945" y="1211649"/>
                  </a:lnTo>
                  <a:lnTo>
                    <a:pt x="1957946" y="1241861"/>
                  </a:lnTo>
                  <a:lnTo>
                    <a:pt x="1934273" y="1298879"/>
                  </a:lnTo>
                  <a:lnTo>
                    <a:pt x="1896746" y="1347884"/>
                  </a:lnTo>
                  <a:lnTo>
                    <a:pt x="1847875" y="1385277"/>
                  </a:lnTo>
                  <a:lnTo>
                    <a:pt x="1790857" y="1408950"/>
                  </a:lnTo>
                  <a:lnTo>
                    <a:pt x="1729790" y="1416964"/>
                  </a:lnTo>
                  <a:lnTo>
                    <a:pt x="236156" y="1417319"/>
                  </a:lnTo>
                  <a:lnTo>
                    <a:pt x="175090" y="1409312"/>
                  </a:lnTo>
                  <a:lnTo>
                    <a:pt x="118071" y="1385646"/>
                  </a:lnTo>
                  <a:lnTo>
                    <a:pt x="69072" y="1348108"/>
                  </a:lnTo>
                  <a:lnTo>
                    <a:pt x="31673" y="1299235"/>
                  </a:lnTo>
                  <a:lnTo>
                    <a:pt x="8007" y="1242228"/>
                  </a:lnTo>
                  <a:lnTo>
                    <a:pt x="0" y="1181163"/>
                  </a:lnTo>
                  <a:lnTo>
                    <a:pt x="0" y="236156"/>
                  </a:lnTo>
                  <a:close/>
                </a:path>
              </a:pathLst>
            </a:custGeom>
            <a:ln w="9359">
              <a:solidFill>
                <a:srgbClr val="36815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109328" y="2422428"/>
            <a:ext cx="1163320" cy="102489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900" b="1" spc="-50" dirty="0">
                <a:solidFill>
                  <a:srgbClr val="3681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800"/>
              </a:spcBef>
            </a:pP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 engine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820869" y="2351972"/>
            <a:ext cx="2362200" cy="1506855"/>
            <a:chOff x="4852085" y="1944344"/>
            <a:chExt cx="2362200" cy="150685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52085" y="2406230"/>
              <a:ext cx="372605" cy="49104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892039" y="2423160"/>
              <a:ext cx="292735" cy="411480"/>
            </a:xfrm>
            <a:custGeom>
              <a:avLst/>
              <a:gdLst/>
              <a:ahLst/>
              <a:cxnLst/>
              <a:rect l="l" t="t" r="r" b="b"/>
              <a:pathLst>
                <a:path w="292735" h="411480">
                  <a:moveTo>
                    <a:pt x="146164" y="0"/>
                  </a:moveTo>
                  <a:lnTo>
                    <a:pt x="0" y="0"/>
                  </a:lnTo>
                  <a:lnTo>
                    <a:pt x="146164" y="205562"/>
                  </a:lnTo>
                  <a:lnTo>
                    <a:pt x="0" y="411479"/>
                  </a:lnTo>
                  <a:lnTo>
                    <a:pt x="146164" y="411479"/>
                  </a:lnTo>
                  <a:lnTo>
                    <a:pt x="292684" y="205562"/>
                  </a:lnTo>
                  <a:lnTo>
                    <a:pt x="146164" y="0"/>
                  </a:lnTo>
                  <a:close/>
                </a:path>
              </a:pathLst>
            </a:custGeom>
            <a:solidFill>
              <a:srgbClr val="275E9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58435" y="1944344"/>
              <a:ext cx="2055240" cy="150625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203075" y="1965960"/>
              <a:ext cx="1965960" cy="1417320"/>
            </a:xfrm>
            <a:custGeom>
              <a:avLst/>
              <a:gdLst/>
              <a:ahLst/>
              <a:cxnLst/>
              <a:rect l="l" t="t" r="r" b="b"/>
              <a:pathLst>
                <a:path w="1965959" h="1417320">
                  <a:moveTo>
                    <a:pt x="1729447" y="0"/>
                  </a:moveTo>
                  <a:lnTo>
                    <a:pt x="236169" y="0"/>
                  </a:lnTo>
                  <a:lnTo>
                    <a:pt x="205315" y="2012"/>
                  </a:lnTo>
                  <a:lnTo>
                    <a:pt x="145902" y="17916"/>
                  </a:lnTo>
                  <a:lnTo>
                    <a:pt x="92331" y="48770"/>
                  </a:lnTo>
                  <a:lnTo>
                    <a:pt x="48896" y="92331"/>
                  </a:lnTo>
                  <a:lnTo>
                    <a:pt x="17927" y="145895"/>
                  </a:lnTo>
                  <a:lnTo>
                    <a:pt x="2014" y="205302"/>
                  </a:lnTo>
                  <a:lnTo>
                    <a:pt x="0" y="236156"/>
                  </a:lnTo>
                  <a:lnTo>
                    <a:pt x="0" y="1181163"/>
                  </a:lnTo>
                  <a:lnTo>
                    <a:pt x="1990" y="1211649"/>
                  </a:lnTo>
                  <a:lnTo>
                    <a:pt x="2014" y="1212017"/>
                  </a:lnTo>
                  <a:lnTo>
                    <a:pt x="7940" y="1241861"/>
                  </a:lnTo>
                  <a:lnTo>
                    <a:pt x="8013" y="1242228"/>
                  </a:lnTo>
                  <a:lnTo>
                    <a:pt x="31686" y="1299235"/>
                  </a:lnTo>
                  <a:lnTo>
                    <a:pt x="69080" y="1348108"/>
                  </a:lnTo>
                  <a:lnTo>
                    <a:pt x="118084" y="1385646"/>
                  </a:lnTo>
                  <a:lnTo>
                    <a:pt x="175102" y="1409312"/>
                  </a:lnTo>
                  <a:lnTo>
                    <a:pt x="236169" y="1417319"/>
                  </a:lnTo>
                  <a:lnTo>
                    <a:pt x="1729803" y="1416964"/>
                  </a:lnTo>
                  <a:lnTo>
                    <a:pt x="1790869" y="1408950"/>
                  </a:lnTo>
                  <a:lnTo>
                    <a:pt x="1847888" y="1385277"/>
                  </a:lnTo>
                  <a:lnTo>
                    <a:pt x="1896754" y="1347884"/>
                  </a:lnTo>
                  <a:lnTo>
                    <a:pt x="1934286" y="1298879"/>
                  </a:lnTo>
                  <a:lnTo>
                    <a:pt x="1957828" y="1242228"/>
                  </a:lnTo>
                  <a:lnTo>
                    <a:pt x="1957952" y="1241861"/>
                  </a:lnTo>
                  <a:lnTo>
                    <a:pt x="1963874" y="1212017"/>
                  </a:lnTo>
                  <a:lnTo>
                    <a:pt x="1963947" y="1211649"/>
                  </a:lnTo>
                  <a:lnTo>
                    <a:pt x="1965935" y="1181163"/>
                  </a:lnTo>
                  <a:lnTo>
                    <a:pt x="1965960" y="1180795"/>
                  </a:lnTo>
                  <a:lnTo>
                    <a:pt x="1965604" y="236156"/>
                  </a:lnTo>
                  <a:lnTo>
                    <a:pt x="1957597" y="175091"/>
                  </a:lnTo>
                  <a:lnTo>
                    <a:pt x="1933930" y="118084"/>
                  </a:lnTo>
                  <a:lnTo>
                    <a:pt x="1896530" y="69211"/>
                  </a:lnTo>
                  <a:lnTo>
                    <a:pt x="1847519" y="31673"/>
                  </a:lnTo>
                  <a:lnTo>
                    <a:pt x="1790512" y="8007"/>
                  </a:lnTo>
                  <a:lnTo>
                    <a:pt x="1760301" y="2012"/>
                  </a:lnTo>
                  <a:lnTo>
                    <a:pt x="1729447" y="0"/>
                  </a:lnTo>
                  <a:close/>
                </a:path>
              </a:pathLst>
            </a:custGeom>
            <a:solidFill>
              <a:srgbClr val="EFF3F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5203075" y="1965960"/>
              <a:ext cx="1965960" cy="1417320"/>
            </a:xfrm>
            <a:custGeom>
              <a:avLst/>
              <a:gdLst/>
              <a:ahLst/>
              <a:cxnLst/>
              <a:rect l="l" t="t" r="r" b="b"/>
              <a:pathLst>
                <a:path w="1965959" h="1417320">
                  <a:moveTo>
                    <a:pt x="0" y="236156"/>
                  </a:moveTo>
                  <a:lnTo>
                    <a:pt x="2014" y="205302"/>
                  </a:lnTo>
                  <a:lnTo>
                    <a:pt x="8013" y="175091"/>
                  </a:lnTo>
                  <a:lnTo>
                    <a:pt x="31686" y="118084"/>
                  </a:lnTo>
                  <a:lnTo>
                    <a:pt x="69213" y="69073"/>
                  </a:lnTo>
                  <a:lnTo>
                    <a:pt x="118084" y="31673"/>
                  </a:lnTo>
                  <a:lnTo>
                    <a:pt x="175102" y="8007"/>
                  </a:lnTo>
                  <a:lnTo>
                    <a:pt x="236169" y="0"/>
                  </a:lnTo>
                  <a:lnTo>
                    <a:pt x="1729447" y="0"/>
                  </a:lnTo>
                  <a:lnTo>
                    <a:pt x="1790512" y="8007"/>
                  </a:lnTo>
                  <a:lnTo>
                    <a:pt x="1847519" y="31673"/>
                  </a:lnTo>
                  <a:lnTo>
                    <a:pt x="1896530" y="69211"/>
                  </a:lnTo>
                  <a:lnTo>
                    <a:pt x="1933930" y="118084"/>
                  </a:lnTo>
                  <a:lnTo>
                    <a:pt x="1957597" y="175091"/>
                  </a:lnTo>
                  <a:lnTo>
                    <a:pt x="1965604" y="236156"/>
                  </a:lnTo>
                  <a:lnTo>
                    <a:pt x="1965960" y="1180795"/>
                  </a:lnTo>
                  <a:lnTo>
                    <a:pt x="1963947" y="1211649"/>
                  </a:lnTo>
                  <a:lnTo>
                    <a:pt x="1957952" y="1241861"/>
                  </a:lnTo>
                  <a:lnTo>
                    <a:pt x="1934286" y="1298879"/>
                  </a:lnTo>
                  <a:lnTo>
                    <a:pt x="1896754" y="1347884"/>
                  </a:lnTo>
                  <a:lnTo>
                    <a:pt x="1847888" y="1385277"/>
                  </a:lnTo>
                  <a:lnTo>
                    <a:pt x="1790869" y="1408950"/>
                  </a:lnTo>
                  <a:lnTo>
                    <a:pt x="1729803" y="1416964"/>
                  </a:lnTo>
                  <a:lnTo>
                    <a:pt x="236169" y="1417319"/>
                  </a:lnTo>
                  <a:lnTo>
                    <a:pt x="175102" y="1409312"/>
                  </a:lnTo>
                  <a:lnTo>
                    <a:pt x="118084" y="1385646"/>
                  </a:lnTo>
                  <a:lnTo>
                    <a:pt x="69080" y="1348108"/>
                  </a:lnTo>
                  <a:lnTo>
                    <a:pt x="31686" y="1299235"/>
                  </a:lnTo>
                  <a:lnTo>
                    <a:pt x="8013" y="1242228"/>
                  </a:lnTo>
                  <a:lnTo>
                    <a:pt x="0" y="1181163"/>
                  </a:lnTo>
                  <a:lnTo>
                    <a:pt x="0" y="236156"/>
                  </a:lnTo>
                  <a:close/>
                </a:path>
              </a:pathLst>
            </a:custGeom>
            <a:ln w="9359">
              <a:solidFill>
                <a:srgbClr val="BD862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413680" y="2422428"/>
            <a:ext cx="1073150" cy="126765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900" b="1" spc="-50" dirty="0">
                <a:solidFill>
                  <a:srgbClr val="BD86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800"/>
              </a:spcBef>
            </a:pP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Deviation classification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125221" y="2351972"/>
            <a:ext cx="2361565" cy="1506855"/>
            <a:chOff x="7156437" y="1944344"/>
            <a:chExt cx="2361565" cy="1506855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56437" y="2406230"/>
              <a:ext cx="372605" cy="49104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7196404" y="2423160"/>
              <a:ext cx="292735" cy="411480"/>
            </a:xfrm>
            <a:custGeom>
              <a:avLst/>
              <a:gdLst/>
              <a:ahLst/>
              <a:cxnLst/>
              <a:rect l="l" t="t" r="r" b="b"/>
              <a:pathLst>
                <a:path w="292734" h="411480">
                  <a:moveTo>
                    <a:pt x="146151" y="0"/>
                  </a:moveTo>
                  <a:lnTo>
                    <a:pt x="0" y="0"/>
                  </a:lnTo>
                  <a:lnTo>
                    <a:pt x="146151" y="205562"/>
                  </a:lnTo>
                  <a:lnTo>
                    <a:pt x="0" y="411479"/>
                  </a:lnTo>
                  <a:lnTo>
                    <a:pt x="146151" y="411479"/>
                  </a:lnTo>
                  <a:lnTo>
                    <a:pt x="292671" y="205562"/>
                  </a:lnTo>
                  <a:lnTo>
                    <a:pt x="146151" y="0"/>
                  </a:lnTo>
                  <a:close/>
                </a:path>
              </a:pathLst>
            </a:custGeom>
            <a:solidFill>
              <a:srgbClr val="275E9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62444" y="1944344"/>
              <a:ext cx="2055241" cy="150625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507084" y="1965960"/>
              <a:ext cx="1965960" cy="1417320"/>
            </a:xfrm>
            <a:custGeom>
              <a:avLst/>
              <a:gdLst/>
              <a:ahLst/>
              <a:cxnLst/>
              <a:rect l="l" t="t" r="r" b="b"/>
              <a:pathLst>
                <a:path w="1965959" h="1417320">
                  <a:moveTo>
                    <a:pt x="1729435" y="0"/>
                  </a:moveTo>
                  <a:lnTo>
                    <a:pt x="236156" y="0"/>
                  </a:lnTo>
                  <a:lnTo>
                    <a:pt x="205302" y="2012"/>
                  </a:lnTo>
                  <a:lnTo>
                    <a:pt x="145889" y="17916"/>
                  </a:lnTo>
                  <a:lnTo>
                    <a:pt x="92324" y="48770"/>
                  </a:lnTo>
                  <a:lnTo>
                    <a:pt x="48885" y="92331"/>
                  </a:lnTo>
                  <a:lnTo>
                    <a:pt x="17916" y="145895"/>
                  </a:lnTo>
                  <a:lnTo>
                    <a:pt x="2012" y="205302"/>
                  </a:lnTo>
                  <a:lnTo>
                    <a:pt x="0" y="236156"/>
                  </a:lnTo>
                  <a:lnTo>
                    <a:pt x="0" y="1181163"/>
                  </a:lnTo>
                  <a:lnTo>
                    <a:pt x="1988" y="1211649"/>
                  </a:lnTo>
                  <a:lnTo>
                    <a:pt x="2012" y="1212017"/>
                  </a:lnTo>
                  <a:lnTo>
                    <a:pt x="7934" y="1241861"/>
                  </a:lnTo>
                  <a:lnTo>
                    <a:pt x="8007" y="1242228"/>
                  </a:lnTo>
                  <a:lnTo>
                    <a:pt x="17793" y="1271061"/>
                  </a:lnTo>
                  <a:lnTo>
                    <a:pt x="17916" y="1271424"/>
                  </a:lnTo>
                  <a:lnTo>
                    <a:pt x="48770" y="1324988"/>
                  </a:lnTo>
                  <a:lnTo>
                    <a:pt x="92274" y="1368394"/>
                  </a:lnTo>
                  <a:lnTo>
                    <a:pt x="145889" y="1399403"/>
                  </a:lnTo>
                  <a:lnTo>
                    <a:pt x="205302" y="1415307"/>
                  </a:lnTo>
                  <a:lnTo>
                    <a:pt x="236156" y="1417319"/>
                  </a:lnTo>
                  <a:lnTo>
                    <a:pt x="1729790" y="1416964"/>
                  </a:lnTo>
                  <a:lnTo>
                    <a:pt x="1790857" y="1408950"/>
                  </a:lnTo>
                  <a:lnTo>
                    <a:pt x="1847875" y="1385277"/>
                  </a:lnTo>
                  <a:lnTo>
                    <a:pt x="1896746" y="1347884"/>
                  </a:lnTo>
                  <a:lnTo>
                    <a:pt x="1934273" y="1298879"/>
                  </a:lnTo>
                  <a:lnTo>
                    <a:pt x="1957821" y="1242228"/>
                  </a:lnTo>
                  <a:lnTo>
                    <a:pt x="1957946" y="1241861"/>
                  </a:lnTo>
                  <a:lnTo>
                    <a:pt x="1963871" y="1212017"/>
                  </a:lnTo>
                  <a:lnTo>
                    <a:pt x="1963945" y="1211649"/>
                  </a:lnTo>
                  <a:lnTo>
                    <a:pt x="1965935" y="1181163"/>
                  </a:lnTo>
                  <a:lnTo>
                    <a:pt x="1965591" y="236156"/>
                  </a:lnTo>
                  <a:lnTo>
                    <a:pt x="1957584" y="175091"/>
                  </a:lnTo>
                  <a:lnTo>
                    <a:pt x="1933917" y="118084"/>
                  </a:lnTo>
                  <a:lnTo>
                    <a:pt x="1896519" y="69211"/>
                  </a:lnTo>
                  <a:lnTo>
                    <a:pt x="1847519" y="31673"/>
                  </a:lnTo>
                  <a:lnTo>
                    <a:pt x="1790501" y="8007"/>
                  </a:lnTo>
                  <a:lnTo>
                    <a:pt x="1760289" y="2012"/>
                  </a:lnTo>
                  <a:lnTo>
                    <a:pt x="1729435" y="0"/>
                  </a:lnTo>
                  <a:close/>
                </a:path>
              </a:pathLst>
            </a:custGeom>
            <a:solidFill>
              <a:srgbClr val="EFF3F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7507084" y="1965960"/>
              <a:ext cx="1965960" cy="1417320"/>
            </a:xfrm>
            <a:custGeom>
              <a:avLst/>
              <a:gdLst/>
              <a:ahLst/>
              <a:cxnLst/>
              <a:rect l="l" t="t" r="r" b="b"/>
              <a:pathLst>
                <a:path w="1965959" h="1417320">
                  <a:moveTo>
                    <a:pt x="0" y="236156"/>
                  </a:moveTo>
                  <a:lnTo>
                    <a:pt x="2012" y="205302"/>
                  </a:lnTo>
                  <a:lnTo>
                    <a:pt x="8007" y="175091"/>
                  </a:lnTo>
                  <a:lnTo>
                    <a:pt x="31673" y="118084"/>
                  </a:lnTo>
                  <a:lnTo>
                    <a:pt x="69205" y="69073"/>
                  </a:lnTo>
                  <a:lnTo>
                    <a:pt x="118071" y="31673"/>
                  </a:lnTo>
                  <a:lnTo>
                    <a:pt x="175090" y="8007"/>
                  </a:lnTo>
                  <a:lnTo>
                    <a:pt x="236156" y="0"/>
                  </a:lnTo>
                  <a:lnTo>
                    <a:pt x="1729435" y="0"/>
                  </a:lnTo>
                  <a:lnTo>
                    <a:pt x="1790501" y="8007"/>
                  </a:lnTo>
                  <a:lnTo>
                    <a:pt x="1847519" y="31673"/>
                  </a:lnTo>
                  <a:lnTo>
                    <a:pt x="1896519" y="69211"/>
                  </a:lnTo>
                  <a:lnTo>
                    <a:pt x="1933917" y="118084"/>
                  </a:lnTo>
                  <a:lnTo>
                    <a:pt x="1957584" y="175091"/>
                  </a:lnTo>
                  <a:lnTo>
                    <a:pt x="1965591" y="236156"/>
                  </a:lnTo>
                  <a:lnTo>
                    <a:pt x="1965959" y="1180795"/>
                  </a:lnTo>
                  <a:lnTo>
                    <a:pt x="1963945" y="1211649"/>
                  </a:lnTo>
                  <a:lnTo>
                    <a:pt x="1957946" y="1241861"/>
                  </a:lnTo>
                  <a:lnTo>
                    <a:pt x="1934273" y="1298879"/>
                  </a:lnTo>
                  <a:lnTo>
                    <a:pt x="1896746" y="1347884"/>
                  </a:lnTo>
                  <a:lnTo>
                    <a:pt x="1847875" y="1385277"/>
                  </a:lnTo>
                  <a:lnTo>
                    <a:pt x="1790857" y="1408950"/>
                  </a:lnTo>
                  <a:lnTo>
                    <a:pt x="1729790" y="1416964"/>
                  </a:lnTo>
                  <a:lnTo>
                    <a:pt x="236156" y="1417319"/>
                  </a:lnTo>
                  <a:lnTo>
                    <a:pt x="175090" y="1409312"/>
                  </a:lnTo>
                  <a:lnTo>
                    <a:pt x="118071" y="1385646"/>
                  </a:lnTo>
                  <a:lnTo>
                    <a:pt x="69072" y="1348108"/>
                  </a:lnTo>
                  <a:lnTo>
                    <a:pt x="31673" y="1299235"/>
                  </a:lnTo>
                  <a:lnTo>
                    <a:pt x="8007" y="1242228"/>
                  </a:lnTo>
                  <a:lnTo>
                    <a:pt x="0" y="1181163"/>
                  </a:lnTo>
                  <a:lnTo>
                    <a:pt x="0" y="236156"/>
                  </a:lnTo>
                  <a:close/>
                </a:path>
              </a:pathLst>
            </a:custGeom>
            <a:ln w="9359">
              <a:solidFill>
                <a:srgbClr val="B8404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718044" y="2422428"/>
            <a:ext cx="1300480" cy="1021433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900" b="1" spc="-50" dirty="0">
                <a:solidFill>
                  <a:srgbClr val="B8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scoring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429585" y="2351972"/>
            <a:ext cx="2361565" cy="1506855"/>
            <a:chOff x="9460801" y="1944344"/>
            <a:chExt cx="2361565" cy="1506855"/>
          </a:xfrm>
        </p:grpSpPr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60801" y="2406230"/>
              <a:ext cx="372605" cy="491045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9500755" y="2423160"/>
              <a:ext cx="292735" cy="411480"/>
            </a:xfrm>
            <a:custGeom>
              <a:avLst/>
              <a:gdLst/>
              <a:ahLst/>
              <a:cxnLst/>
              <a:rect l="l" t="t" r="r" b="b"/>
              <a:pathLst>
                <a:path w="292734" h="411480">
                  <a:moveTo>
                    <a:pt x="146164" y="0"/>
                  </a:moveTo>
                  <a:lnTo>
                    <a:pt x="0" y="0"/>
                  </a:lnTo>
                  <a:lnTo>
                    <a:pt x="146164" y="205562"/>
                  </a:lnTo>
                  <a:lnTo>
                    <a:pt x="0" y="411479"/>
                  </a:lnTo>
                  <a:lnTo>
                    <a:pt x="146164" y="411479"/>
                  </a:lnTo>
                  <a:lnTo>
                    <a:pt x="292684" y="205562"/>
                  </a:lnTo>
                  <a:lnTo>
                    <a:pt x="146164" y="0"/>
                  </a:lnTo>
                  <a:close/>
                </a:path>
              </a:pathLst>
            </a:custGeom>
            <a:solidFill>
              <a:srgbClr val="275E9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66795" y="1944344"/>
              <a:ext cx="2055241" cy="1506258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9811435" y="1965960"/>
              <a:ext cx="1965960" cy="1417320"/>
            </a:xfrm>
            <a:custGeom>
              <a:avLst/>
              <a:gdLst/>
              <a:ahLst/>
              <a:cxnLst/>
              <a:rect l="l" t="t" r="r" b="b"/>
              <a:pathLst>
                <a:path w="1965959" h="1417320">
                  <a:moveTo>
                    <a:pt x="1729447" y="0"/>
                  </a:moveTo>
                  <a:lnTo>
                    <a:pt x="236169" y="0"/>
                  </a:lnTo>
                  <a:lnTo>
                    <a:pt x="205315" y="2012"/>
                  </a:lnTo>
                  <a:lnTo>
                    <a:pt x="145902" y="17916"/>
                  </a:lnTo>
                  <a:lnTo>
                    <a:pt x="92331" y="48770"/>
                  </a:lnTo>
                  <a:lnTo>
                    <a:pt x="48896" y="92331"/>
                  </a:lnTo>
                  <a:lnTo>
                    <a:pt x="17927" y="145895"/>
                  </a:lnTo>
                  <a:lnTo>
                    <a:pt x="2014" y="205302"/>
                  </a:lnTo>
                  <a:lnTo>
                    <a:pt x="0" y="236156"/>
                  </a:lnTo>
                  <a:lnTo>
                    <a:pt x="0" y="1181163"/>
                  </a:lnTo>
                  <a:lnTo>
                    <a:pt x="1990" y="1211649"/>
                  </a:lnTo>
                  <a:lnTo>
                    <a:pt x="2014" y="1212017"/>
                  </a:lnTo>
                  <a:lnTo>
                    <a:pt x="7940" y="1241861"/>
                  </a:lnTo>
                  <a:lnTo>
                    <a:pt x="8013" y="1242228"/>
                  </a:lnTo>
                  <a:lnTo>
                    <a:pt x="17804" y="1271061"/>
                  </a:lnTo>
                  <a:lnTo>
                    <a:pt x="48781" y="1324988"/>
                  </a:lnTo>
                  <a:lnTo>
                    <a:pt x="92281" y="1368394"/>
                  </a:lnTo>
                  <a:lnTo>
                    <a:pt x="145902" y="1399403"/>
                  </a:lnTo>
                  <a:lnTo>
                    <a:pt x="205315" y="1415307"/>
                  </a:lnTo>
                  <a:lnTo>
                    <a:pt x="236169" y="1417319"/>
                  </a:lnTo>
                  <a:lnTo>
                    <a:pt x="1729803" y="1416964"/>
                  </a:lnTo>
                  <a:lnTo>
                    <a:pt x="1790869" y="1408950"/>
                  </a:lnTo>
                  <a:lnTo>
                    <a:pt x="1847888" y="1385277"/>
                  </a:lnTo>
                  <a:lnTo>
                    <a:pt x="1896754" y="1347884"/>
                  </a:lnTo>
                  <a:lnTo>
                    <a:pt x="1934286" y="1298879"/>
                  </a:lnTo>
                  <a:lnTo>
                    <a:pt x="1957828" y="1242228"/>
                  </a:lnTo>
                  <a:lnTo>
                    <a:pt x="1957952" y="1241861"/>
                  </a:lnTo>
                  <a:lnTo>
                    <a:pt x="1963874" y="1212017"/>
                  </a:lnTo>
                  <a:lnTo>
                    <a:pt x="1963947" y="1211649"/>
                  </a:lnTo>
                  <a:lnTo>
                    <a:pt x="1965935" y="1181163"/>
                  </a:lnTo>
                  <a:lnTo>
                    <a:pt x="1965960" y="1180795"/>
                  </a:lnTo>
                  <a:lnTo>
                    <a:pt x="1965604" y="236156"/>
                  </a:lnTo>
                  <a:lnTo>
                    <a:pt x="1957595" y="175091"/>
                  </a:lnTo>
                  <a:lnTo>
                    <a:pt x="1933917" y="118084"/>
                  </a:lnTo>
                  <a:lnTo>
                    <a:pt x="1896529" y="69211"/>
                  </a:lnTo>
                  <a:lnTo>
                    <a:pt x="1847519" y="31673"/>
                  </a:lnTo>
                  <a:lnTo>
                    <a:pt x="1790512" y="8007"/>
                  </a:lnTo>
                  <a:lnTo>
                    <a:pt x="1760301" y="2012"/>
                  </a:lnTo>
                  <a:lnTo>
                    <a:pt x="1729447" y="0"/>
                  </a:lnTo>
                  <a:close/>
                </a:path>
              </a:pathLst>
            </a:custGeom>
            <a:solidFill>
              <a:srgbClr val="EFF3F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9811435" y="1965960"/>
              <a:ext cx="1965960" cy="1417320"/>
            </a:xfrm>
            <a:custGeom>
              <a:avLst/>
              <a:gdLst/>
              <a:ahLst/>
              <a:cxnLst/>
              <a:rect l="l" t="t" r="r" b="b"/>
              <a:pathLst>
                <a:path w="1965959" h="1417320">
                  <a:moveTo>
                    <a:pt x="0" y="236156"/>
                  </a:moveTo>
                  <a:lnTo>
                    <a:pt x="2014" y="205302"/>
                  </a:lnTo>
                  <a:lnTo>
                    <a:pt x="8013" y="175091"/>
                  </a:lnTo>
                  <a:lnTo>
                    <a:pt x="31686" y="118084"/>
                  </a:lnTo>
                  <a:lnTo>
                    <a:pt x="69213" y="69073"/>
                  </a:lnTo>
                  <a:lnTo>
                    <a:pt x="118084" y="31673"/>
                  </a:lnTo>
                  <a:lnTo>
                    <a:pt x="175102" y="8007"/>
                  </a:lnTo>
                  <a:lnTo>
                    <a:pt x="236169" y="0"/>
                  </a:lnTo>
                  <a:lnTo>
                    <a:pt x="1729447" y="0"/>
                  </a:lnTo>
                  <a:lnTo>
                    <a:pt x="1790512" y="8007"/>
                  </a:lnTo>
                  <a:lnTo>
                    <a:pt x="1847519" y="31673"/>
                  </a:lnTo>
                  <a:lnTo>
                    <a:pt x="1896529" y="69211"/>
                  </a:lnTo>
                  <a:lnTo>
                    <a:pt x="1933917" y="118084"/>
                  </a:lnTo>
                  <a:lnTo>
                    <a:pt x="1957595" y="175091"/>
                  </a:lnTo>
                  <a:lnTo>
                    <a:pt x="1965604" y="236156"/>
                  </a:lnTo>
                  <a:lnTo>
                    <a:pt x="1965960" y="1180795"/>
                  </a:lnTo>
                  <a:lnTo>
                    <a:pt x="1963947" y="1211649"/>
                  </a:lnTo>
                  <a:lnTo>
                    <a:pt x="1957952" y="1241861"/>
                  </a:lnTo>
                  <a:lnTo>
                    <a:pt x="1934286" y="1298879"/>
                  </a:lnTo>
                  <a:lnTo>
                    <a:pt x="1896754" y="1347884"/>
                  </a:lnTo>
                  <a:lnTo>
                    <a:pt x="1847888" y="1385277"/>
                  </a:lnTo>
                  <a:lnTo>
                    <a:pt x="1790869" y="1408950"/>
                  </a:lnTo>
                  <a:lnTo>
                    <a:pt x="1729803" y="1416964"/>
                  </a:lnTo>
                  <a:lnTo>
                    <a:pt x="236169" y="1417319"/>
                  </a:lnTo>
                  <a:lnTo>
                    <a:pt x="175102" y="1409312"/>
                  </a:lnTo>
                  <a:lnTo>
                    <a:pt x="118084" y="1385646"/>
                  </a:lnTo>
                  <a:lnTo>
                    <a:pt x="69080" y="1348108"/>
                  </a:lnTo>
                  <a:lnTo>
                    <a:pt x="31686" y="1299235"/>
                  </a:lnTo>
                  <a:lnTo>
                    <a:pt x="8013" y="1242228"/>
                  </a:lnTo>
                  <a:lnTo>
                    <a:pt x="0" y="1181163"/>
                  </a:lnTo>
                  <a:lnTo>
                    <a:pt x="0" y="236156"/>
                  </a:lnTo>
                  <a:close/>
                </a:path>
              </a:pathLst>
            </a:custGeom>
            <a:ln w="9359">
              <a:solidFill>
                <a:srgbClr val="275E95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0022040" y="2422428"/>
            <a:ext cx="1064260" cy="102489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900" b="1" spc="-50" dirty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800"/>
              </a:spcBef>
            </a:pP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sz="1600" spc="-9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5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sz="1600" spc="-2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xfrm>
            <a:off x="11572367" y="6892537"/>
            <a:ext cx="153670" cy="16030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25055" y="4320116"/>
            <a:ext cx="5139055" cy="1682512"/>
          </a:xfrm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186055" indent="-173355">
              <a:lnSpc>
                <a:spcPct val="100000"/>
              </a:lnSpc>
              <a:spcBef>
                <a:spcPts val="1400"/>
              </a:spcBef>
              <a:buChar char="•"/>
              <a:tabLst>
                <a:tab pos="186055" algn="l"/>
              </a:tabLst>
            </a:pPr>
            <a:r>
              <a:rPr sz="19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Filters</a:t>
            </a:r>
            <a:r>
              <a:rPr sz="1900" spc="-6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1900" spc="-5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site,</a:t>
            </a:r>
            <a:r>
              <a:rPr sz="1900" spc="-5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  <a:r>
              <a:rPr sz="1900" spc="-6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900" spc="-5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  <a:r>
              <a:rPr sz="1900" spc="-5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spc="-2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tier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6055" indent="-173355">
              <a:lnSpc>
                <a:spcPct val="100000"/>
              </a:lnSpc>
              <a:spcBef>
                <a:spcPts val="1300"/>
              </a:spcBef>
              <a:buChar char="•"/>
              <a:tabLst>
                <a:tab pos="186055" algn="l"/>
              </a:tabLst>
            </a:pPr>
            <a:r>
              <a:rPr sz="19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Opens</a:t>
            </a:r>
            <a:r>
              <a:rPr sz="1900" spc="-5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spc="-2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site-</a:t>
            </a:r>
            <a:r>
              <a:rPr sz="19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sz="1900" spc="-5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deviation</a:t>
            </a:r>
            <a:r>
              <a:rPr sz="1900" spc="-5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details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6055" indent="-173355">
              <a:lnSpc>
                <a:spcPct val="100000"/>
              </a:lnSpc>
              <a:spcBef>
                <a:spcPts val="1300"/>
              </a:spcBef>
              <a:buChar char="•"/>
              <a:tabLst>
                <a:tab pos="186055" algn="l"/>
              </a:tabLst>
            </a:pPr>
            <a:r>
              <a:rPr sz="1900" spc="-2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Generates</a:t>
            </a:r>
            <a:r>
              <a:rPr sz="1900" spc="-5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CAPA-</a:t>
            </a:r>
            <a:r>
              <a:rPr sz="19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  <a:r>
              <a:rPr sz="19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reports</a:t>
            </a:r>
            <a:r>
              <a:rPr sz="19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9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CSV</a:t>
            </a:r>
            <a:r>
              <a:rPr sz="19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summaries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71296" y="416420"/>
            <a:ext cx="298630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67165" y="1531475"/>
            <a:ext cx="10431998" cy="748030"/>
            <a:chOff x="914755" y="1395349"/>
            <a:chExt cx="10331450" cy="7480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755" y="1395349"/>
              <a:ext cx="10330916" cy="747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59396" y="1416964"/>
              <a:ext cx="10241915" cy="659130"/>
            </a:xfrm>
            <a:custGeom>
              <a:avLst/>
              <a:gdLst/>
              <a:ahLst/>
              <a:cxnLst/>
              <a:rect l="l" t="t" r="r" b="b"/>
              <a:pathLst>
                <a:path w="10241915" h="659130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14770" y="604075"/>
                  </a:lnTo>
                  <a:lnTo>
                    <a:pt x="43011" y="636016"/>
                  </a:lnTo>
                  <a:lnTo>
                    <a:pt x="81360" y="655062"/>
                  </a:lnTo>
                  <a:lnTo>
                    <a:pt x="109804" y="658799"/>
                  </a:lnTo>
                  <a:lnTo>
                    <a:pt x="10131844" y="658799"/>
                  </a:lnTo>
                  <a:lnTo>
                    <a:pt x="10173915" y="650441"/>
                  </a:lnTo>
                  <a:lnTo>
                    <a:pt x="10209417" y="626619"/>
                  </a:lnTo>
                  <a:lnTo>
                    <a:pt x="10233214" y="591066"/>
                  </a:lnTo>
                  <a:lnTo>
                    <a:pt x="10241648" y="548995"/>
                  </a:lnTo>
                  <a:lnTo>
                    <a:pt x="10241624" y="109791"/>
                  </a:lnTo>
                  <a:lnTo>
                    <a:pt x="10233290" y="68088"/>
                  </a:lnTo>
                  <a:lnTo>
                    <a:pt x="10209423" y="32534"/>
                  </a:lnTo>
                  <a:lnTo>
                    <a:pt x="10173765" y="8708"/>
                  </a:lnTo>
                  <a:lnTo>
                    <a:pt x="1013184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3F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959396" y="1416964"/>
              <a:ext cx="10241915" cy="659130"/>
            </a:xfrm>
            <a:custGeom>
              <a:avLst/>
              <a:gdLst/>
              <a:ahLst/>
              <a:cxnLst/>
              <a:rect l="l" t="t" r="r" b="b"/>
              <a:pathLst>
                <a:path w="10241915" h="659130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0131844" y="355"/>
                  </a:lnTo>
                  <a:lnTo>
                    <a:pt x="10173765" y="8708"/>
                  </a:lnTo>
                  <a:lnTo>
                    <a:pt x="10209423" y="32534"/>
                  </a:lnTo>
                  <a:lnTo>
                    <a:pt x="10233290" y="68088"/>
                  </a:lnTo>
                  <a:lnTo>
                    <a:pt x="10241648" y="110159"/>
                  </a:lnTo>
                  <a:lnTo>
                    <a:pt x="10241648" y="548995"/>
                  </a:lnTo>
                  <a:lnTo>
                    <a:pt x="10240708" y="563420"/>
                  </a:lnTo>
                  <a:lnTo>
                    <a:pt x="10237911" y="577438"/>
                  </a:lnTo>
                  <a:lnTo>
                    <a:pt x="10218865" y="615788"/>
                  </a:lnTo>
                  <a:lnTo>
                    <a:pt x="10186924" y="644029"/>
                  </a:lnTo>
                  <a:lnTo>
                    <a:pt x="10146274" y="657860"/>
                  </a:lnTo>
                  <a:lnTo>
                    <a:pt x="10131844" y="658799"/>
                  </a:lnTo>
                  <a:lnTo>
                    <a:pt x="109804" y="658799"/>
                  </a:lnTo>
                  <a:lnTo>
                    <a:pt x="67882" y="650441"/>
                  </a:lnTo>
                  <a:lnTo>
                    <a:pt x="32224" y="626619"/>
                  </a:lnTo>
                  <a:lnTo>
                    <a:pt x="8358" y="591066"/>
                  </a:lnTo>
                  <a:lnTo>
                    <a:pt x="0" y="548995"/>
                  </a:lnTo>
                  <a:lnTo>
                    <a:pt x="368" y="109791"/>
                  </a:lnTo>
                  <a:close/>
                </a:path>
              </a:pathLst>
            </a:custGeom>
            <a:ln w="9359">
              <a:solidFill>
                <a:srgbClr val="275E95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767165" y="2449004"/>
            <a:ext cx="10432533" cy="748030"/>
            <a:chOff x="914755" y="2264029"/>
            <a:chExt cx="10331450" cy="74803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755" y="2264029"/>
              <a:ext cx="10330916" cy="74772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59396" y="2285644"/>
              <a:ext cx="10241915" cy="659130"/>
            </a:xfrm>
            <a:custGeom>
              <a:avLst/>
              <a:gdLst/>
              <a:ahLst/>
              <a:cxnLst/>
              <a:rect l="l" t="t" r="r" b="b"/>
              <a:pathLst>
                <a:path w="10241915" h="659130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3736" y="577483"/>
                  </a:lnTo>
                  <a:lnTo>
                    <a:pt x="8307" y="590916"/>
                  </a:lnTo>
                  <a:lnTo>
                    <a:pt x="8358" y="591066"/>
                  </a:lnTo>
                  <a:lnTo>
                    <a:pt x="14770" y="604075"/>
                  </a:lnTo>
                  <a:lnTo>
                    <a:pt x="22686" y="615788"/>
                  </a:lnTo>
                  <a:lnTo>
                    <a:pt x="22788" y="615938"/>
                  </a:lnTo>
                  <a:lnTo>
                    <a:pt x="55079" y="644029"/>
                  </a:lnTo>
                  <a:lnTo>
                    <a:pt x="95379" y="657860"/>
                  </a:lnTo>
                  <a:lnTo>
                    <a:pt x="109804" y="658799"/>
                  </a:lnTo>
                  <a:lnTo>
                    <a:pt x="10131844" y="658799"/>
                  </a:lnTo>
                  <a:lnTo>
                    <a:pt x="10173915" y="650441"/>
                  </a:lnTo>
                  <a:lnTo>
                    <a:pt x="10209417" y="626619"/>
                  </a:lnTo>
                  <a:lnTo>
                    <a:pt x="10233214" y="591066"/>
                  </a:lnTo>
                  <a:lnTo>
                    <a:pt x="10233290" y="590916"/>
                  </a:lnTo>
                  <a:lnTo>
                    <a:pt x="10237896" y="577483"/>
                  </a:lnTo>
                  <a:lnTo>
                    <a:pt x="10240707" y="563425"/>
                  </a:lnTo>
                  <a:lnTo>
                    <a:pt x="10241648" y="548995"/>
                  </a:lnTo>
                  <a:lnTo>
                    <a:pt x="10241624" y="109791"/>
                  </a:lnTo>
                  <a:lnTo>
                    <a:pt x="10233290" y="68088"/>
                  </a:lnTo>
                  <a:lnTo>
                    <a:pt x="10209423" y="32534"/>
                  </a:lnTo>
                  <a:lnTo>
                    <a:pt x="10173765" y="8708"/>
                  </a:lnTo>
                  <a:lnTo>
                    <a:pt x="1013184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3F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959396" y="2285644"/>
              <a:ext cx="10241915" cy="659130"/>
            </a:xfrm>
            <a:custGeom>
              <a:avLst/>
              <a:gdLst/>
              <a:ahLst/>
              <a:cxnLst/>
              <a:rect l="l" t="t" r="r" b="b"/>
              <a:pathLst>
                <a:path w="10241915" h="659130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0131844" y="355"/>
                  </a:lnTo>
                  <a:lnTo>
                    <a:pt x="10173765" y="8708"/>
                  </a:lnTo>
                  <a:lnTo>
                    <a:pt x="10209423" y="32534"/>
                  </a:lnTo>
                  <a:lnTo>
                    <a:pt x="10233290" y="68088"/>
                  </a:lnTo>
                  <a:lnTo>
                    <a:pt x="10241648" y="110159"/>
                  </a:lnTo>
                  <a:lnTo>
                    <a:pt x="10241648" y="548995"/>
                  </a:lnTo>
                  <a:lnTo>
                    <a:pt x="10240708" y="563420"/>
                  </a:lnTo>
                  <a:lnTo>
                    <a:pt x="10237911" y="577438"/>
                  </a:lnTo>
                  <a:lnTo>
                    <a:pt x="10218865" y="615788"/>
                  </a:lnTo>
                  <a:lnTo>
                    <a:pt x="10186924" y="644029"/>
                  </a:lnTo>
                  <a:lnTo>
                    <a:pt x="10146274" y="657860"/>
                  </a:lnTo>
                  <a:lnTo>
                    <a:pt x="10131844" y="658799"/>
                  </a:lnTo>
                  <a:lnTo>
                    <a:pt x="109804" y="658799"/>
                  </a:lnTo>
                  <a:lnTo>
                    <a:pt x="67882" y="650441"/>
                  </a:lnTo>
                  <a:lnTo>
                    <a:pt x="32224" y="626619"/>
                  </a:lnTo>
                  <a:lnTo>
                    <a:pt x="8358" y="591066"/>
                  </a:lnTo>
                  <a:lnTo>
                    <a:pt x="0" y="548995"/>
                  </a:lnTo>
                  <a:lnTo>
                    <a:pt x="368" y="109791"/>
                  </a:lnTo>
                  <a:close/>
                </a:path>
              </a:pathLst>
            </a:custGeom>
            <a:ln w="9359">
              <a:solidFill>
                <a:srgbClr val="275E95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67165" y="3272338"/>
            <a:ext cx="10433070" cy="838950"/>
            <a:chOff x="914755" y="3132708"/>
            <a:chExt cx="10331450" cy="74803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755" y="3132708"/>
              <a:ext cx="10330916" cy="74772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59396" y="3154324"/>
              <a:ext cx="10241915" cy="659130"/>
            </a:xfrm>
            <a:custGeom>
              <a:avLst/>
              <a:gdLst/>
              <a:ahLst/>
              <a:cxnLst/>
              <a:rect l="l" t="t" r="r" b="b"/>
              <a:pathLst>
                <a:path w="10241915" h="659129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3736" y="577483"/>
                  </a:lnTo>
                  <a:lnTo>
                    <a:pt x="8307" y="590916"/>
                  </a:lnTo>
                  <a:lnTo>
                    <a:pt x="8358" y="591066"/>
                  </a:lnTo>
                  <a:lnTo>
                    <a:pt x="32224" y="626619"/>
                  </a:lnTo>
                  <a:lnTo>
                    <a:pt x="67882" y="650441"/>
                  </a:lnTo>
                  <a:lnTo>
                    <a:pt x="109804" y="658799"/>
                  </a:lnTo>
                  <a:lnTo>
                    <a:pt x="10131844" y="658799"/>
                  </a:lnTo>
                  <a:lnTo>
                    <a:pt x="10173915" y="650441"/>
                  </a:lnTo>
                  <a:lnTo>
                    <a:pt x="10209417" y="626619"/>
                  </a:lnTo>
                  <a:lnTo>
                    <a:pt x="10233214" y="591066"/>
                  </a:lnTo>
                  <a:lnTo>
                    <a:pt x="10233290" y="590916"/>
                  </a:lnTo>
                  <a:lnTo>
                    <a:pt x="10237896" y="577483"/>
                  </a:lnTo>
                  <a:lnTo>
                    <a:pt x="10240707" y="563425"/>
                  </a:lnTo>
                  <a:lnTo>
                    <a:pt x="10241648" y="548995"/>
                  </a:lnTo>
                  <a:lnTo>
                    <a:pt x="10241624" y="109791"/>
                  </a:lnTo>
                  <a:lnTo>
                    <a:pt x="10233290" y="68088"/>
                  </a:lnTo>
                  <a:lnTo>
                    <a:pt x="10209423" y="32534"/>
                  </a:lnTo>
                  <a:lnTo>
                    <a:pt x="10173765" y="8708"/>
                  </a:lnTo>
                  <a:lnTo>
                    <a:pt x="1013184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3F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959396" y="3154324"/>
              <a:ext cx="10241915" cy="659130"/>
            </a:xfrm>
            <a:custGeom>
              <a:avLst/>
              <a:gdLst/>
              <a:ahLst/>
              <a:cxnLst/>
              <a:rect l="l" t="t" r="r" b="b"/>
              <a:pathLst>
                <a:path w="10241915" h="659129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0131844" y="355"/>
                  </a:lnTo>
                  <a:lnTo>
                    <a:pt x="10173765" y="8708"/>
                  </a:lnTo>
                  <a:lnTo>
                    <a:pt x="10209423" y="32534"/>
                  </a:lnTo>
                  <a:lnTo>
                    <a:pt x="10233290" y="68088"/>
                  </a:lnTo>
                  <a:lnTo>
                    <a:pt x="10241648" y="110159"/>
                  </a:lnTo>
                  <a:lnTo>
                    <a:pt x="10241648" y="548995"/>
                  </a:lnTo>
                  <a:lnTo>
                    <a:pt x="10240708" y="563420"/>
                  </a:lnTo>
                  <a:lnTo>
                    <a:pt x="10237911" y="577438"/>
                  </a:lnTo>
                  <a:lnTo>
                    <a:pt x="10218865" y="615788"/>
                  </a:lnTo>
                  <a:lnTo>
                    <a:pt x="10186924" y="644029"/>
                  </a:lnTo>
                  <a:lnTo>
                    <a:pt x="10146274" y="657859"/>
                  </a:lnTo>
                  <a:lnTo>
                    <a:pt x="10131844" y="658799"/>
                  </a:lnTo>
                  <a:lnTo>
                    <a:pt x="109804" y="658799"/>
                  </a:lnTo>
                  <a:lnTo>
                    <a:pt x="67882" y="650441"/>
                  </a:lnTo>
                  <a:lnTo>
                    <a:pt x="32224" y="626619"/>
                  </a:lnTo>
                  <a:lnTo>
                    <a:pt x="8358" y="591066"/>
                  </a:lnTo>
                  <a:lnTo>
                    <a:pt x="0" y="548995"/>
                  </a:lnTo>
                  <a:lnTo>
                    <a:pt x="368" y="109791"/>
                  </a:lnTo>
                  <a:close/>
                </a:path>
              </a:pathLst>
            </a:custGeom>
            <a:ln w="9359">
              <a:solidFill>
                <a:srgbClr val="36815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767165" y="4123367"/>
            <a:ext cx="10433607" cy="829425"/>
            <a:chOff x="914755" y="4001389"/>
            <a:chExt cx="10331450" cy="74803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755" y="4001389"/>
              <a:ext cx="10330916" cy="74772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959396" y="4023004"/>
              <a:ext cx="10241915" cy="659130"/>
            </a:xfrm>
            <a:custGeom>
              <a:avLst/>
              <a:gdLst/>
              <a:ahLst/>
              <a:cxnLst/>
              <a:rect l="l" t="t" r="r" b="b"/>
              <a:pathLst>
                <a:path w="10241915" h="659129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3736" y="577483"/>
                  </a:lnTo>
                  <a:lnTo>
                    <a:pt x="8307" y="590916"/>
                  </a:lnTo>
                  <a:lnTo>
                    <a:pt x="8358" y="591066"/>
                  </a:lnTo>
                  <a:lnTo>
                    <a:pt x="32224" y="626619"/>
                  </a:lnTo>
                  <a:lnTo>
                    <a:pt x="67882" y="650441"/>
                  </a:lnTo>
                  <a:lnTo>
                    <a:pt x="109804" y="658799"/>
                  </a:lnTo>
                  <a:lnTo>
                    <a:pt x="10131844" y="658799"/>
                  </a:lnTo>
                  <a:lnTo>
                    <a:pt x="10173915" y="650441"/>
                  </a:lnTo>
                  <a:lnTo>
                    <a:pt x="10209417" y="626619"/>
                  </a:lnTo>
                  <a:lnTo>
                    <a:pt x="10233214" y="591066"/>
                  </a:lnTo>
                  <a:lnTo>
                    <a:pt x="10233290" y="590916"/>
                  </a:lnTo>
                  <a:lnTo>
                    <a:pt x="10237896" y="577483"/>
                  </a:lnTo>
                  <a:lnTo>
                    <a:pt x="10240707" y="563425"/>
                  </a:lnTo>
                  <a:lnTo>
                    <a:pt x="10241648" y="548995"/>
                  </a:lnTo>
                  <a:lnTo>
                    <a:pt x="10241624" y="109791"/>
                  </a:lnTo>
                  <a:lnTo>
                    <a:pt x="10233290" y="68088"/>
                  </a:lnTo>
                  <a:lnTo>
                    <a:pt x="10209423" y="32534"/>
                  </a:lnTo>
                  <a:lnTo>
                    <a:pt x="10173765" y="8708"/>
                  </a:lnTo>
                  <a:lnTo>
                    <a:pt x="1013184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3F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959396" y="4023004"/>
              <a:ext cx="10241915" cy="659130"/>
            </a:xfrm>
            <a:custGeom>
              <a:avLst/>
              <a:gdLst/>
              <a:ahLst/>
              <a:cxnLst/>
              <a:rect l="l" t="t" r="r" b="b"/>
              <a:pathLst>
                <a:path w="10241915" h="659129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0131844" y="355"/>
                  </a:lnTo>
                  <a:lnTo>
                    <a:pt x="10173765" y="8708"/>
                  </a:lnTo>
                  <a:lnTo>
                    <a:pt x="10209423" y="32534"/>
                  </a:lnTo>
                  <a:lnTo>
                    <a:pt x="10233290" y="68088"/>
                  </a:lnTo>
                  <a:lnTo>
                    <a:pt x="10241648" y="110159"/>
                  </a:lnTo>
                  <a:lnTo>
                    <a:pt x="10241648" y="548995"/>
                  </a:lnTo>
                  <a:lnTo>
                    <a:pt x="10240708" y="563420"/>
                  </a:lnTo>
                  <a:lnTo>
                    <a:pt x="10237911" y="577438"/>
                  </a:lnTo>
                  <a:lnTo>
                    <a:pt x="10218865" y="615788"/>
                  </a:lnTo>
                  <a:lnTo>
                    <a:pt x="10186924" y="644029"/>
                  </a:lnTo>
                  <a:lnTo>
                    <a:pt x="10146274" y="657860"/>
                  </a:lnTo>
                  <a:lnTo>
                    <a:pt x="10131844" y="658799"/>
                  </a:lnTo>
                  <a:lnTo>
                    <a:pt x="109804" y="658799"/>
                  </a:lnTo>
                  <a:lnTo>
                    <a:pt x="67882" y="650441"/>
                  </a:lnTo>
                  <a:lnTo>
                    <a:pt x="32224" y="626619"/>
                  </a:lnTo>
                  <a:lnTo>
                    <a:pt x="8358" y="591066"/>
                  </a:lnTo>
                  <a:lnTo>
                    <a:pt x="0" y="548995"/>
                  </a:lnTo>
                  <a:lnTo>
                    <a:pt x="368" y="109791"/>
                  </a:lnTo>
                  <a:close/>
                </a:path>
              </a:pathLst>
            </a:custGeom>
            <a:ln w="9359">
              <a:solidFill>
                <a:srgbClr val="BD862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767165" y="4973823"/>
            <a:ext cx="10434146" cy="836034"/>
            <a:chOff x="914755" y="4870069"/>
            <a:chExt cx="10331450" cy="748030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755" y="4870069"/>
              <a:ext cx="10330916" cy="74772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59396" y="4891684"/>
              <a:ext cx="10241915" cy="659130"/>
            </a:xfrm>
            <a:custGeom>
              <a:avLst/>
              <a:gdLst/>
              <a:ahLst/>
              <a:cxnLst/>
              <a:rect l="l" t="t" r="r" b="b"/>
              <a:pathLst>
                <a:path w="10241915" h="659129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3736" y="577483"/>
                  </a:lnTo>
                  <a:lnTo>
                    <a:pt x="8307" y="590916"/>
                  </a:lnTo>
                  <a:lnTo>
                    <a:pt x="8358" y="591066"/>
                  </a:lnTo>
                  <a:lnTo>
                    <a:pt x="14770" y="604075"/>
                  </a:lnTo>
                  <a:lnTo>
                    <a:pt x="22686" y="615788"/>
                  </a:lnTo>
                  <a:lnTo>
                    <a:pt x="22788" y="615938"/>
                  </a:lnTo>
                  <a:lnTo>
                    <a:pt x="55079" y="644029"/>
                  </a:lnTo>
                  <a:lnTo>
                    <a:pt x="95379" y="657859"/>
                  </a:lnTo>
                  <a:lnTo>
                    <a:pt x="109804" y="658799"/>
                  </a:lnTo>
                  <a:lnTo>
                    <a:pt x="10131844" y="658799"/>
                  </a:lnTo>
                  <a:lnTo>
                    <a:pt x="10173915" y="650441"/>
                  </a:lnTo>
                  <a:lnTo>
                    <a:pt x="10209417" y="626619"/>
                  </a:lnTo>
                  <a:lnTo>
                    <a:pt x="10233214" y="591066"/>
                  </a:lnTo>
                  <a:lnTo>
                    <a:pt x="10241648" y="548995"/>
                  </a:lnTo>
                  <a:lnTo>
                    <a:pt x="10241624" y="109791"/>
                  </a:lnTo>
                  <a:lnTo>
                    <a:pt x="10233290" y="68088"/>
                  </a:lnTo>
                  <a:lnTo>
                    <a:pt x="10209423" y="32534"/>
                  </a:lnTo>
                  <a:lnTo>
                    <a:pt x="10173765" y="8708"/>
                  </a:lnTo>
                  <a:lnTo>
                    <a:pt x="1013184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FF3F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959396" y="4891684"/>
              <a:ext cx="10241915" cy="659130"/>
            </a:xfrm>
            <a:custGeom>
              <a:avLst/>
              <a:gdLst/>
              <a:ahLst/>
              <a:cxnLst/>
              <a:rect l="l" t="t" r="r" b="b"/>
              <a:pathLst>
                <a:path w="10241915" h="659129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0131844" y="355"/>
                  </a:lnTo>
                  <a:lnTo>
                    <a:pt x="10173765" y="8708"/>
                  </a:lnTo>
                  <a:lnTo>
                    <a:pt x="10209423" y="32534"/>
                  </a:lnTo>
                  <a:lnTo>
                    <a:pt x="10233290" y="68088"/>
                  </a:lnTo>
                  <a:lnTo>
                    <a:pt x="10241648" y="110159"/>
                  </a:lnTo>
                  <a:lnTo>
                    <a:pt x="10241648" y="548995"/>
                  </a:lnTo>
                  <a:lnTo>
                    <a:pt x="10240708" y="563420"/>
                  </a:lnTo>
                  <a:lnTo>
                    <a:pt x="10237911" y="577438"/>
                  </a:lnTo>
                  <a:lnTo>
                    <a:pt x="10218865" y="615788"/>
                  </a:lnTo>
                  <a:lnTo>
                    <a:pt x="10186924" y="644029"/>
                  </a:lnTo>
                  <a:lnTo>
                    <a:pt x="10146274" y="657859"/>
                  </a:lnTo>
                  <a:lnTo>
                    <a:pt x="10131844" y="658799"/>
                  </a:lnTo>
                  <a:lnTo>
                    <a:pt x="109804" y="658799"/>
                  </a:lnTo>
                  <a:lnTo>
                    <a:pt x="67882" y="650441"/>
                  </a:lnTo>
                  <a:lnTo>
                    <a:pt x="32224" y="626619"/>
                  </a:lnTo>
                  <a:lnTo>
                    <a:pt x="8358" y="591066"/>
                  </a:lnTo>
                  <a:lnTo>
                    <a:pt x="0" y="548995"/>
                  </a:lnTo>
                  <a:lnTo>
                    <a:pt x="368" y="109791"/>
                  </a:lnTo>
                  <a:close/>
                </a:path>
              </a:pathLst>
            </a:custGeom>
            <a:ln w="9359">
              <a:solidFill>
                <a:srgbClr val="131F3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98665" y="1019784"/>
            <a:ext cx="6768935" cy="48476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Prototype</a:t>
            </a:r>
            <a:r>
              <a:rPr sz="15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sz="15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5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5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2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5620">
              <a:lnSpc>
                <a:spcPct val="100000"/>
              </a:lnSpc>
            </a:pPr>
            <a:r>
              <a:rPr sz="1900" b="1" spc="-10" dirty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Synthetic</a:t>
            </a:r>
            <a:r>
              <a:rPr sz="1900" b="1" spc="-90" dirty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dirty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r>
              <a:rPr sz="1900" b="1" spc="-90" dirty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spc="-20" dirty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5620">
              <a:lnSpc>
                <a:spcPct val="100000"/>
              </a:lnSpc>
              <a:spcBef>
                <a:spcPts val="800"/>
              </a:spcBef>
            </a:pP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250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sites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subjects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visits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5620">
              <a:lnSpc>
                <a:spcPct val="100000"/>
              </a:lnSpc>
              <a:spcBef>
                <a:spcPts val="1839"/>
              </a:spcBef>
            </a:pPr>
            <a:r>
              <a:rPr sz="1900" b="1" spc="-10" dirty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</a:t>
            </a:r>
            <a:r>
              <a:rPr sz="1900" b="1" spc="-60" dirty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spc="-10" dirty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specification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5620">
              <a:lnSpc>
                <a:spcPct val="100000"/>
              </a:lnSpc>
              <a:spcBef>
                <a:spcPts val="800"/>
              </a:spcBef>
            </a:pP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Visit</a:t>
            </a:r>
            <a:r>
              <a:rPr sz="16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sz="1600" spc="-2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sz="16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dosing</a:t>
            </a:r>
            <a:r>
              <a:rPr sz="16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sz="16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medications</a:t>
            </a:r>
            <a:r>
              <a:rPr sz="1600" spc="-2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sz="16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assessments</a:t>
            </a:r>
            <a:r>
              <a:rPr sz="1600" spc="-2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sz="1600" spc="-2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eligibility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5620">
              <a:lnSpc>
                <a:spcPct val="100000"/>
              </a:lnSpc>
              <a:spcBef>
                <a:spcPts val="1839"/>
              </a:spcBef>
            </a:pPr>
            <a:r>
              <a:rPr sz="1900" b="1" dirty="0">
                <a:solidFill>
                  <a:srgbClr val="3681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r>
              <a:rPr sz="1900" b="1" spc="-70" dirty="0">
                <a:solidFill>
                  <a:srgbClr val="3681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spc="-10" dirty="0">
                <a:solidFill>
                  <a:srgbClr val="3681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5620">
              <a:lnSpc>
                <a:spcPct val="100000"/>
              </a:lnSpc>
              <a:spcBef>
                <a:spcPts val="800"/>
              </a:spcBef>
            </a:pP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Checks</a:t>
            </a:r>
            <a:r>
              <a:rPr sz="16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sz="16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visit</a:t>
            </a:r>
            <a:r>
              <a:rPr sz="16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-2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assigns</a:t>
            </a:r>
            <a:r>
              <a:rPr sz="16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</a:t>
            </a:r>
            <a:r>
              <a:rPr sz="16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600" spc="-2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Minor</a:t>
            </a:r>
            <a:r>
              <a:rPr sz="16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6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Administrative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5620">
              <a:lnSpc>
                <a:spcPct val="100000"/>
              </a:lnSpc>
              <a:spcBef>
                <a:spcPts val="1839"/>
              </a:spcBef>
            </a:pPr>
            <a:r>
              <a:rPr sz="1900" b="1" dirty="0">
                <a:solidFill>
                  <a:srgbClr val="BD86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  <a:r>
              <a:rPr sz="1900" b="1" spc="-55" dirty="0">
                <a:solidFill>
                  <a:srgbClr val="BD86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spc="-10" dirty="0">
                <a:solidFill>
                  <a:srgbClr val="BD86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aggregation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5620">
              <a:lnSpc>
                <a:spcPct val="100000"/>
              </a:lnSpc>
              <a:spcBef>
                <a:spcPts val="800"/>
              </a:spcBef>
            </a:pP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minor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30-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trend</a:t>
            </a:r>
            <a:r>
              <a:rPr sz="16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burden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5620">
              <a:lnSpc>
                <a:spcPct val="100000"/>
              </a:lnSpc>
              <a:spcBef>
                <a:spcPts val="1839"/>
              </a:spcBef>
            </a:pPr>
            <a:r>
              <a:rPr sz="1900" b="1" spc="-20" dirty="0">
                <a:solidFill>
                  <a:srgbClr val="131F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sz="1900" b="1" spc="-70" dirty="0">
                <a:solidFill>
                  <a:srgbClr val="131F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spc="-10" dirty="0">
                <a:solidFill>
                  <a:srgbClr val="131F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5620">
              <a:lnSpc>
                <a:spcPct val="100000"/>
              </a:lnSpc>
              <a:spcBef>
                <a:spcPts val="800"/>
              </a:spcBef>
            </a:pP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Filters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sorting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drawer</a:t>
            </a:r>
            <a:r>
              <a:rPr sz="16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CSV</a:t>
            </a:r>
            <a:r>
              <a:rPr sz="16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export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xfrm>
            <a:off x="11603583" y="6484909"/>
            <a:ext cx="153670" cy="16030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0769" y="621753"/>
            <a:ext cx="42056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  <a:r>
              <a:rPr sz="36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3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sz="3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7180" y="1237415"/>
            <a:ext cx="66167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5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strongest</a:t>
            </a:r>
            <a:r>
              <a:rPr sz="15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sz="15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5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5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</a:t>
            </a:r>
            <a:r>
              <a:rPr sz="15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drill-</a:t>
            </a:r>
            <a:r>
              <a:rPr sz="15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</a:t>
            </a:r>
            <a:r>
              <a:rPr sz="15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15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portfolio</a:t>
            </a:r>
            <a:r>
              <a:rPr sz="15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  <a:r>
              <a:rPr sz="15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5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individual</a:t>
            </a:r>
            <a:r>
              <a:rPr sz="15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deviations.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02539" y="2091436"/>
            <a:ext cx="3473450" cy="1689735"/>
            <a:chOff x="640435" y="1441056"/>
            <a:chExt cx="3473450" cy="16897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435" y="1441056"/>
              <a:ext cx="3472916" cy="168950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85076" y="1462684"/>
              <a:ext cx="3383915" cy="1600835"/>
            </a:xfrm>
            <a:custGeom>
              <a:avLst/>
              <a:gdLst/>
              <a:ahLst/>
              <a:cxnLst/>
              <a:rect l="l" t="t" r="r" b="b"/>
              <a:pathLst>
                <a:path w="3383915" h="1600835">
                  <a:moveTo>
                    <a:pt x="267119" y="0"/>
                  </a:moveTo>
                  <a:lnTo>
                    <a:pt x="198046" y="9040"/>
                  </a:lnTo>
                  <a:lnTo>
                    <a:pt x="133565" y="35636"/>
                  </a:lnTo>
                  <a:lnTo>
                    <a:pt x="78436" y="78112"/>
                  </a:lnTo>
                  <a:lnTo>
                    <a:pt x="36004" y="133553"/>
                  </a:lnTo>
                  <a:lnTo>
                    <a:pt x="9409" y="197723"/>
                  </a:lnTo>
                  <a:lnTo>
                    <a:pt x="368" y="266750"/>
                  </a:lnTo>
                  <a:lnTo>
                    <a:pt x="0" y="1333792"/>
                  </a:lnTo>
                  <a:lnTo>
                    <a:pt x="2278" y="1368684"/>
                  </a:lnTo>
                  <a:lnTo>
                    <a:pt x="20151" y="1435753"/>
                  </a:lnTo>
                  <a:lnTo>
                    <a:pt x="54992" y="1496166"/>
                  </a:lnTo>
                  <a:lnTo>
                    <a:pt x="55097" y="1496321"/>
                  </a:lnTo>
                  <a:lnTo>
                    <a:pt x="104394" y="1545471"/>
                  </a:lnTo>
                  <a:lnTo>
                    <a:pt x="164807" y="1580356"/>
                  </a:lnTo>
                  <a:lnTo>
                    <a:pt x="231878" y="1598277"/>
                  </a:lnTo>
                  <a:lnTo>
                    <a:pt x="266763" y="1600555"/>
                  </a:lnTo>
                  <a:lnTo>
                    <a:pt x="3116884" y="1600555"/>
                  </a:lnTo>
                  <a:lnTo>
                    <a:pt x="3185956" y="1591510"/>
                  </a:lnTo>
                  <a:lnTo>
                    <a:pt x="3250438" y="1564919"/>
                  </a:lnTo>
                  <a:lnTo>
                    <a:pt x="3305514" y="1522482"/>
                  </a:lnTo>
                  <a:lnTo>
                    <a:pt x="3347999" y="1466989"/>
                  </a:lnTo>
                  <a:lnTo>
                    <a:pt x="3374585" y="1402870"/>
                  </a:lnTo>
                  <a:lnTo>
                    <a:pt x="3383648" y="1333792"/>
                  </a:lnTo>
                  <a:lnTo>
                    <a:pt x="3383624" y="266750"/>
                  </a:lnTo>
                  <a:lnTo>
                    <a:pt x="3374601" y="198040"/>
                  </a:lnTo>
                  <a:lnTo>
                    <a:pt x="3347999" y="133553"/>
                  </a:lnTo>
                  <a:lnTo>
                    <a:pt x="3305522" y="78428"/>
                  </a:lnTo>
                  <a:lnTo>
                    <a:pt x="3250082" y="35991"/>
                  </a:lnTo>
                  <a:lnTo>
                    <a:pt x="3185912" y="9401"/>
                  </a:lnTo>
                  <a:lnTo>
                    <a:pt x="3116884" y="355"/>
                  </a:lnTo>
                  <a:lnTo>
                    <a:pt x="267119" y="0"/>
                  </a:lnTo>
                  <a:close/>
                </a:path>
              </a:pathLst>
            </a:custGeom>
            <a:solidFill>
              <a:srgbClr val="EFF3F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685076" y="1462684"/>
              <a:ext cx="3383915" cy="1600835"/>
            </a:xfrm>
            <a:custGeom>
              <a:avLst/>
              <a:gdLst/>
              <a:ahLst/>
              <a:cxnLst/>
              <a:rect l="l" t="t" r="r" b="b"/>
              <a:pathLst>
                <a:path w="3383915" h="1600835">
                  <a:moveTo>
                    <a:pt x="368" y="266750"/>
                  </a:moveTo>
                  <a:lnTo>
                    <a:pt x="2644" y="231865"/>
                  </a:lnTo>
                  <a:lnTo>
                    <a:pt x="9409" y="197723"/>
                  </a:lnTo>
                  <a:lnTo>
                    <a:pt x="36004" y="133553"/>
                  </a:lnTo>
                  <a:lnTo>
                    <a:pt x="78436" y="78112"/>
                  </a:lnTo>
                  <a:lnTo>
                    <a:pt x="133565" y="35636"/>
                  </a:lnTo>
                  <a:lnTo>
                    <a:pt x="198046" y="9040"/>
                  </a:lnTo>
                  <a:lnTo>
                    <a:pt x="267119" y="0"/>
                  </a:lnTo>
                  <a:lnTo>
                    <a:pt x="3116884" y="355"/>
                  </a:lnTo>
                  <a:lnTo>
                    <a:pt x="3185912" y="9401"/>
                  </a:lnTo>
                  <a:lnTo>
                    <a:pt x="3250082" y="35991"/>
                  </a:lnTo>
                  <a:lnTo>
                    <a:pt x="3305522" y="78428"/>
                  </a:lnTo>
                  <a:lnTo>
                    <a:pt x="3347999" y="133553"/>
                  </a:lnTo>
                  <a:lnTo>
                    <a:pt x="3374601" y="198040"/>
                  </a:lnTo>
                  <a:lnTo>
                    <a:pt x="3383648" y="267119"/>
                  </a:lnTo>
                  <a:lnTo>
                    <a:pt x="3383648" y="1333792"/>
                  </a:lnTo>
                  <a:lnTo>
                    <a:pt x="3381369" y="1368679"/>
                  </a:lnTo>
                  <a:lnTo>
                    <a:pt x="3374601" y="1402824"/>
                  </a:lnTo>
                  <a:lnTo>
                    <a:pt x="3347999" y="1466989"/>
                  </a:lnTo>
                  <a:lnTo>
                    <a:pt x="3305567" y="1522436"/>
                  </a:lnTo>
                  <a:lnTo>
                    <a:pt x="3250438" y="1564919"/>
                  </a:lnTo>
                  <a:lnTo>
                    <a:pt x="3185956" y="1591510"/>
                  </a:lnTo>
                  <a:lnTo>
                    <a:pt x="3116884" y="1600555"/>
                  </a:lnTo>
                  <a:lnTo>
                    <a:pt x="266763" y="1600555"/>
                  </a:lnTo>
                  <a:lnTo>
                    <a:pt x="197735" y="1591510"/>
                  </a:lnTo>
                  <a:lnTo>
                    <a:pt x="133565" y="1564919"/>
                  </a:lnTo>
                  <a:lnTo>
                    <a:pt x="78125" y="1522482"/>
                  </a:lnTo>
                  <a:lnTo>
                    <a:pt x="35648" y="1467357"/>
                  </a:lnTo>
                  <a:lnTo>
                    <a:pt x="9047" y="1402870"/>
                  </a:lnTo>
                  <a:lnTo>
                    <a:pt x="0" y="1333792"/>
                  </a:lnTo>
                  <a:lnTo>
                    <a:pt x="368" y="266750"/>
                  </a:lnTo>
                  <a:close/>
                </a:path>
              </a:pathLst>
            </a:custGeom>
            <a:ln w="9359">
              <a:solidFill>
                <a:srgbClr val="275E95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89369" y="2162260"/>
            <a:ext cx="2713990" cy="126809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900" b="1" spc="-20" dirty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Portfolio</a:t>
            </a:r>
            <a:r>
              <a:rPr sz="1900" b="1" spc="-10" dirty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spc="-20" dirty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endParaRPr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800"/>
              </a:spcBef>
            </a:pPr>
            <a:r>
              <a:rPr sz="1600" spc="-2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Risk-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tier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filters,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  <a:r>
              <a:rPr sz="16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search,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sorting,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scores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deviation counts.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224223" y="2091436"/>
            <a:ext cx="3473450" cy="1689735"/>
            <a:chOff x="4362119" y="1441056"/>
            <a:chExt cx="3473450" cy="168973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62119" y="1441056"/>
              <a:ext cx="3472916" cy="168950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406760" y="1462684"/>
              <a:ext cx="3383915" cy="1600835"/>
            </a:xfrm>
            <a:custGeom>
              <a:avLst/>
              <a:gdLst/>
              <a:ahLst/>
              <a:cxnLst/>
              <a:rect l="l" t="t" r="r" b="b"/>
              <a:pathLst>
                <a:path w="3383915" h="1600835">
                  <a:moveTo>
                    <a:pt x="267119" y="0"/>
                  </a:moveTo>
                  <a:lnTo>
                    <a:pt x="198046" y="9040"/>
                  </a:lnTo>
                  <a:lnTo>
                    <a:pt x="133565" y="35636"/>
                  </a:lnTo>
                  <a:lnTo>
                    <a:pt x="78436" y="78112"/>
                  </a:lnTo>
                  <a:lnTo>
                    <a:pt x="36004" y="133553"/>
                  </a:lnTo>
                  <a:lnTo>
                    <a:pt x="9402" y="197723"/>
                  </a:lnTo>
                  <a:lnTo>
                    <a:pt x="355" y="266750"/>
                  </a:lnTo>
                  <a:lnTo>
                    <a:pt x="0" y="1333792"/>
                  </a:lnTo>
                  <a:lnTo>
                    <a:pt x="2278" y="1368684"/>
                  </a:lnTo>
                  <a:lnTo>
                    <a:pt x="9045" y="1402870"/>
                  </a:lnTo>
                  <a:lnTo>
                    <a:pt x="20146" y="1435753"/>
                  </a:lnTo>
                  <a:lnTo>
                    <a:pt x="20198" y="1435908"/>
                  </a:lnTo>
                  <a:lnTo>
                    <a:pt x="54985" y="1496166"/>
                  </a:lnTo>
                  <a:lnTo>
                    <a:pt x="104389" y="1545471"/>
                  </a:lnTo>
                  <a:lnTo>
                    <a:pt x="164802" y="1580356"/>
                  </a:lnTo>
                  <a:lnTo>
                    <a:pt x="231876" y="1598277"/>
                  </a:lnTo>
                  <a:lnTo>
                    <a:pt x="266763" y="1600555"/>
                  </a:lnTo>
                  <a:lnTo>
                    <a:pt x="3116884" y="1600555"/>
                  </a:lnTo>
                  <a:lnTo>
                    <a:pt x="3185956" y="1591510"/>
                  </a:lnTo>
                  <a:lnTo>
                    <a:pt x="3250438" y="1564919"/>
                  </a:lnTo>
                  <a:lnTo>
                    <a:pt x="3305514" y="1522482"/>
                  </a:lnTo>
                  <a:lnTo>
                    <a:pt x="3347999" y="1466989"/>
                  </a:lnTo>
                  <a:lnTo>
                    <a:pt x="3374579" y="1402870"/>
                  </a:lnTo>
                  <a:lnTo>
                    <a:pt x="3383635" y="1333792"/>
                  </a:lnTo>
                  <a:lnTo>
                    <a:pt x="3383611" y="266750"/>
                  </a:lnTo>
                  <a:lnTo>
                    <a:pt x="3374594" y="198040"/>
                  </a:lnTo>
                  <a:lnTo>
                    <a:pt x="3347999" y="133553"/>
                  </a:lnTo>
                  <a:lnTo>
                    <a:pt x="3305522" y="78428"/>
                  </a:lnTo>
                  <a:lnTo>
                    <a:pt x="3250082" y="35991"/>
                  </a:lnTo>
                  <a:lnTo>
                    <a:pt x="3185912" y="9401"/>
                  </a:lnTo>
                  <a:lnTo>
                    <a:pt x="3116884" y="355"/>
                  </a:lnTo>
                  <a:lnTo>
                    <a:pt x="267119" y="0"/>
                  </a:lnTo>
                  <a:close/>
                </a:path>
              </a:pathLst>
            </a:custGeom>
            <a:solidFill>
              <a:srgbClr val="EFF3F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4406760" y="1462684"/>
              <a:ext cx="3383915" cy="1600835"/>
            </a:xfrm>
            <a:custGeom>
              <a:avLst/>
              <a:gdLst/>
              <a:ahLst/>
              <a:cxnLst/>
              <a:rect l="l" t="t" r="r" b="b"/>
              <a:pathLst>
                <a:path w="3383915" h="1600835">
                  <a:moveTo>
                    <a:pt x="355" y="266750"/>
                  </a:moveTo>
                  <a:lnTo>
                    <a:pt x="2634" y="231865"/>
                  </a:lnTo>
                  <a:lnTo>
                    <a:pt x="9402" y="197723"/>
                  </a:lnTo>
                  <a:lnTo>
                    <a:pt x="36004" y="133553"/>
                  </a:lnTo>
                  <a:lnTo>
                    <a:pt x="78436" y="78112"/>
                  </a:lnTo>
                  <a:lnTo>
                    <a:pt x="133565" y="35636"/>
                  </a:lnTo>
                  <a:lnTo>
                    <a:pt x="198046" y="9040"/>
                  </a:lnTo>
                  <a:lnTo>
                    <a:pt x="267119" y="0"/>
                  </a:lnTo>
                  <a:lnTo>
                    <a:pt x="3116884" y="355"/>
                  </a:lnTo>
                  <a:lnTo>
                    <a:pt x="3185912" y="9401"/>
                  </a:lnTo>
                  <a:lnTo>
                    <a:pt x="3250082" y="35991"/>
                  </a:lnTo>
                  <a:lnTo>
                    <a:pt x="3305522" y="78428"/>
                  </a:lnTo>
                  <a:lnTo>
                    <a:pt x="3347999" y="133553"/>
                  </a:lnTo>
                  <a:lnTo>
                    <a:pt x="3374594" y="198040"/>
                  </a:lnTo>
                  <a:lnTo>
                    <a:pt x="3383635" y="267119"/>
                  </a:lnTo>
                  <a:lnTo>
                    <a:pt x="3383635" y="1333792"/>
                  </a:lnTo>
                  <a:lnTo>
                    <a:pt x="3381358" y="1368679"/>
                  </a:lnTo>
                  <a:lnTo>
                    <a:pt x="3374594" y="1402824"/>
                  </a:lnTo>
                  <a:lnTo>
                    <a:pt x="3347999" y="1466989"/>
                  </a:lnTo>
                  <a:lnTo>
                    <a:pt x="3305567" y="1522436"/>
                  </a:lnTo>
                  <a:lnTo>
                    <a:pt x="3250438" y="1564919"/>
                  </a:lnTo>
                  <a:lnTo>
                    <a:pt x="3185956" y="1591510"/>
                  </a:lnTo>
                  <a:lnTo>
                    <a:pt x="3116884" y="1600555"/>
                  </a:lnTo>
                  <a:lnTo>
                    <a:pt x="266763" y="1600555"/>
                  </a:lnTo>
                  <a:lnTo>
                    <a:pt x="197731" y="1591510"/>
                  </a:lnTo>
                  <a:lnTo>
                    <a:pt x="133565" y="1564919"/>
                  </a:lnTo>
                  <a:lnTo>
                    <a:pt x="78119" y="1522482"/>
                  </a:lnTo>
                  <a:lnTo>
                    <a:pt x="35636" y="1467357"/>
                  </a:lnTo>
                  <a:lnTo>
                    <a:pt x="9045" y="1402870"/>
                  </a:lnTo>
                  <a:lnTo>
                    <a:pt x="0" y="1333792"/>
                  </a:lnTo>
                  <a:lnTo>
                    <a:pt x="355" y="266750"/>
                  </a:lnTo>
                  <a:close/>
                </a:path>
              </a:pathLst>
            </a:custGeom>
            <a:ln w="9359">
              <a:solidFill>
                <a:srgbClr val="36815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511040" y="2162260"/>
            <a:ext cx="2602230" cy="126809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900" b="1" dirty="0">
                <a:solidFill>
                  <a:srgbClr val="3681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</a:t>
            </a:r>
            <a:r>
              <a:rPr sz="1900" b="1" spc="-10" dirty="0">
                <a:solidFill>
                  <a:srgbClr val="3681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spc="-20" dirty="0">
                <a:solidFill>
                  <a:srgbClr val="3681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drill-down</a:t>
            </a:r>
            <a:endParaRPr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800"/>
              </a:spcBef>
            </a:pP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Shows</a:t>
            </a:r>
            <a:r>
              <a:rPr sz="1600" spc="-7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subjects,</a:t>
            </a:r>
            <a:r>
              <a:rPr sz="1600" spc="-7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visits, Major/Minor/Admin</a:t>
            </a:r>
            <a:r>
              <a:rPr sz="1600" spc="-1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deviations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sz="16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items.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945908" y="2091436"/>
            <a:ext cx="3473450" cy="1689735"/>
            <a:chOff x="8083804" y="1441056"/>
            <a:chExt cx="3473450" cy="168973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83804" y="1441056"/>
              <a:ext cx="3472916" cy="168950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128444" y="1462684"/>
              <a:ext cx="3383915" cy="1600835"/>
            </a:xfrm>
            <a:custGeom>
              <a:avLst/>
              <a:gdLst/>
              <a:ahLst/>
              <a:cxnLst/>
              <a:rect l="l" t="t" r="r" b="b"/>
              <a:pathLst>
                <a:path w="3383915" h="1600835">
                  <a:moveTo>
                    <a:pt x="267119" y="0"/>
                  </a:moveTo>
                  <a:lnTo>
                    <a:pt x="198040" y="9040"/>
                  </a:lnTo>
                  <a:lnTo>
                    <a:pt x="133553" y="35636"/>
                  </a:lnTo>
                  <a:lnTo>
                    <a:pt x="78428" y="78112"/>
                  </a:lnTo>
                  <a:lnTo>
                    <a:pt x="35991" y="133553"/>
                  </a:lnTo>
                  <a:lnTo>
                    <a:pt x="9401" y="197723"/>
                  </a:lnTo>
                  <a:lnTo>
                    <a:pt x="355" y="266750"/>
                  </a:lnTo>
                  <a:lnTo>
                    <a:pt x="0" y="1333792"/>
                  </a:lnTo>
                  <a:lnTo>
                    <a:pt x="2276" y="1368684"/>
                  </a:lnTo>
                  <a:lnTo>
                    <a:pt x="20141" y="1435753"/>
                  </a:lnTo>
                  <a:lnTo>
                    <a:pt x="54980" y="1496166"/>
                  </a:lnTo>
                  <a:lnTo>
                    <a:pt x="55084" y="1496321"/>
                  </a:lnTo>
                  <a:lnTo>
                    <a:pt x="104382" y="1545471"/>
                  </a:lnTo>
                  <a:lnTo>
                    <a:pt x="164795" y="1580356"/>
                  </a:lnTo>
                  <a:lnTo>
                    <a:pt x="231865" y="1598277"/>
                  </a:lnTo>
                  <a:lnTo>
                    <a:pt x="266750" y="1600555"/>
                  </a:lnTo>
                  <a:lnTo>
                    <a:pt x="3116872" y="1600555"/>
                  </a:lnTo>
                  <a:lnTo>
                    <a:pt x="3185950" y="1591510"/>
                  </a:lnTo>
                  <a:lnTo>
                    <a:pt x="3250438" y="1564919"/>
                  </a:lnTo>
                  <a:lnTo>
                    <a:pt x="3305510" y="1522482"/>
                  </a:lnTo>
                  <a:lnTo>
                    <a:pt x="3347999" y="1466989"/>
                  </a:lnTo>
                  <a:lnTo>
                    <a:pt x="3363359" y="1435908"/>
                  </a:lnTo>
                  <a:lnTo>
                    <a:pt x="3363436" y="1435753"/>
                  </a:lnTo>
                  <a:lnTo>
                    <a:pt x="3374574" y="1402870"/>
                  </a:lnTo>
                  <a:lnTo>
                    <a:pt x="3381356" y="1368684"/>
                  </a:lnTo>
                  <a:lnTo>
                    <a:pt x="3383635" y="1333792"/>
                  </a:lnTo>
                  <a:lnTo>
                    <a:pt x="3383611" y="266750"/>
                  </a:lnTo>
                  <a:lnTo>
                    <a:pt x="3374590" y="198040"/>
                  </a:lnTo>
                  <a:lnTo>
                    <a:pt x="3347999" y="133553"/>
                  </a:lnTo>
                  <a:lnTo>
                    <a:pt x="3305516" y="78428"/>
                  </a:lnTo>
                  <a:lnTo>
                    <a:pt x="3250069" y="35991"/>
                  </a:lnTo>
                  <a:lnTo>
                    <a:pt x="3185904" y="9401"/>
                  </a:lnTo>
                  <a:lnTo>
                    <a:pt x="3116872" y="355"/>
                  </a:lnTo>
                  <a:lnTo>
                    <a:pt x="267119" y="0"/>
                  </a:lnTo>
                  <a:close/>
                </a:path>
              </a:pathLst>
            </a:custGeom>
            <a:solidFill>
              <a:srgbClr val="EFF3F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8128444" y="1462684"/>
              <a:ext cx="3383915" cy="1600835"/>
            </a:xfrm>
            <a:custGeom>
              <a:avLst/>
              <a:gdLst/>
              <a:ahLst/>
              <a:cxnLst/>
              <a:rect l="l" t="t" r="r" b="b"/>
              <a:pathLst>
                <a:path w="3383915" h="1600835">
                  <a:moveTo>
                    <a:pt x="355" y="266750"/>
                  </a:moveTo>
                  <a:lnTo>
                    <a:pt x="2634" y="231865"/>
                  </a:lnTo>
                  <a:lnTo>
                    <a:pt x="9401" y="197723"/>
                  </a:lnTo>
                  <a:lnTo>
                    <a:pt x="35991" y="133553"/>
                  </a:lnTo>
                  <a:lnTo>
                    <a:pt x="78428" y="78112"/>
                  </a:lnTo>
                  <a:lnTo>
                    <a:pt x="133553" y="35636"/>
                  </a:lnTo>
                  <a:lnTo>
                    <a:pt x="198040" y="9040"/>
                  </a:lnTo>
                  <a:lnTo>
                    <a:pt x="267119" y="0"/>
                  </a:lnTo>
                  <a:lnTo>
                    <a:pt x="3116872" y="355"/>
                  </a:lnTo>
                  <a:lnTo>
                    <a:pt x="3185904" y="9401"/>
                  </a:lnTo>
                  <a:lnTo>
                    <a:pt x="3250069" y="35991"/>
                  </a:lnTo>
                  <a:lnTo>
                    <a:pt x="3305516" y="78428"/>
                  </a:lnTo>
                  <a:lnTo>
                    <a:pt x="3347999" y="133553"/>
                  </a:lnTo>
                  <a:lnTo>
                    <a:pt x="3374590" y="198040"/>
                  </a:lnTo>
                  <a:lnTo>
                    <a:pt x="3383635" y="267119"/>
                  </a:lnTo>
                  <a:lnTo>
                    <a:pt x="3383635" y="1333792"/>
                  </a:lnTo>
                  <a:lnTo>
                    <a:pt x="3381357" y="1368679"/>
                  </a:lnTo>
                  <a:lnTo>
                    <a:pt x="3374590" y="1402824"/>
                  </a:lnTo>
                  <a:lnTo>
                    <a:pt x="3347999" y="1466989"/>
                  </a:lnTo>
                  <a:lnTo>
                    <a:pt x="3305562" y="1522436"/>
                  </a:lnTo>
                  <a:lnTo>
                    <a:pt x="3250438" y="1564919"/>
                  </a:lnTo>
                  <a:lnTo>
                    <a:pt x="3185950" y="1591510"/>
                  </a:lnTo>
                  <a:lnTo>
                    <a:pt x="3116872" y="1600555"/>
                  </a:lnTo>
                  <a:lnTo>
                    <a:pt x="266750" y="1600555"/>
                  </a:lnTo>
                  <a:lnTo>
                    <a:pt x="197723" y="1591510"/>
                  </a:lnTo>
                  <a:lnTo>
                    <a:pt x="133553" y="1564919"/>
                  </a:lnTo>
                  <a:lnTo>
                    <a:pt x="78112" y="1522482"/>
                  </a:lnTo>
                  <a:lnTo>
                    <a:pt x="35636" y="1467357"/>
                  </a:lnTo>
                  <a:lnTo>
                    <a:pt x="9040" y="1402870"/>
                  </a:lnTo>
                  <a:lnTo>
                    <a:pt x="0" y="1333792"/>
                  </a:lnTo>
                  <a:lnTo>
                    <a:pt x="355" y="266750"/>
                  </a:lnTo>
                  <a:close/>
                </a:path>
              </a:pathLst>
            </a:custGeom>
            <a:ln w="9359">
              <a:solidFill>
                <a:srgbClr val="BD862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232724" y="2162260"/>
            <a:ext cx="2449195" cy="126809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900" b="1" spc="-10" dirty="0">
                <a:solidFill>
                  <a:srgbClr val="BD86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Actionable</a:t>
            </a:r>
            <a:r>
              <a:rPr sz="1900" b="1" spc="-25" dirty="0">
                <a:solidFill>
                  <a:srgbClr val="BD86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spc="-10" dirty="0">
                <a:solidFill>
                  <a:srgbClr val="BD86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800"/>
              </a:spcBef>
            </a:pP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deviation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includes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5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recommended</a:t>
            </a:r>
            <a:r>
              <a:rPr sz="1600" spc="-5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corrective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1600" spc="-2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preventive</a:t>
            </a:r>
            <a:r>
              <a:rPr sz="1600" spc="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331707" y="4286364"/>
            <a:ext cx="3472815" cy="1506855"/>
            <a:chOff x="2469603" y="3635984"/>
            <a:chExt cx="3472815" cy="150685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69603" y="3635984"/>
              <a:ext cx="3472561" cy="150625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514244" y="3657600"/>
              <a:ext cx="3383279" cy="1417320"/>
            </a:xfrm>
            <a:custGeom>
              <a:avLst/>
              <a:gdLst/>
              <a:ahLst/>
              <a:cxnLst/>
              <a:rect l="l" t="t" r="r" b="b"/>
              <a:pathLst>
                <a:path w="3383279" h="1417320">
                  <a:moveTo>
                    <a:pt x="3146755" y="0"/>
                  </a:moveTo>
                  <a:lnTo>
                    <a:pt x="236156" y="0"/>
                  </a:lnTo>
                  <a:lnTo>
                    <a:pt x="205302" y="2012"/>
                  </a:lnTo>
                  <a:lnTo>
                    <a:pt x="145889" y="17916"/>
                  </a:lnTo>
                  <a:lnTo>
                    <a:pt x="92324" y="48770"/>
                  </a:lnTo>
                  <a:lnTo>
                    <a:pt x="48885" y="92331"/>
                  </a:lnTo>
                  <a:lnTo>
                    <a:pt x="17916" y="145895"/>
                  </a:lnTo>
                  <a:lnTo>
                    <a:pt x="2012" y="205302"/>
                  </a:lnTo>
                  <a:lnTo>
                    <a:pt x="0" y="236156"/>
                  </a:lnTo>
                  <a:lnTo>
                    <a:pt x="0" y="1181163"/>
                  </a:lnTo>
                  <a:lnTo>
                    <a:pt x="1988" y="1211649"/>
                  </a:lnTo>
                  <a:lnTo>
                    <a:pt x="2012" y="1212017"/>
                  </a:lnTo>
                  <a:lnTo>
                    <a:pt x="7934" y="1241861"/>
                  </a:lnTo>
                  <a:lnTo>
                    <a:pt x="8007" y="1242228"/>
                  </a:lnTo>
                  <a:lnTo>
                    <a:pt x="17793" y="1271061"/>
                  </a:lnTo>
                  <a:lnTo>
                    <a:pt x="48770" y="1324988"/>
                  </a:lnTo>
                  <a:lnTo>
                    <a:pt x="92274" y="1368394"/>
                  </a:lnTo>
                  <a:lnTo>
                    <a:pt x="145889" y="1399403"/>
                  </a:lnTo>
                  <a:lnTo>
                    <a:pt x="205302" y="1415307"/>
                  </a:lnTo>
                  <a:lnTo>
                    <a:pt x="236156" y="1417320"/>
                  </a:lnTo>
                  <a:lnTo>
                    <a:pt x="3147110" y="1416964"/>
                  </a:lnTo>
                  <a:lnTo>
                    <a:pt x="3208177" y="1408950"/>
                  </a:lnTo>
                  <a:lnTo>
                    <a:pt x="3265195" y="1385277"/>
                  </a:lnTo>
                  <a:lnTo>
                    <a:pt x="3314066" y="1347884"/>
                  </a:lnTo>
                  <a:lnTo>
                    <a:pt x="3351593" y="1298879"/>
                  </a:lnTo>
                  <a:lnTo>
                    <a:pt x="3375141" y="1242228"/>
                  </a:lnTo>
                  <a:lnTo>
                    <a:pt x="3375266" y="1241861"/>
                  </a:lnTo>
                  <a:lnTo>
                    <a:pt x="3381191" y="1212017"/>
                  </a:lnTo>
                  <a:lnTo>
                    <a:pt x="3381265" y="1211649"/>
                  </a:lnTo>
                  <a:lnTo>
                    <a:pt x="3383255" y="1181163"/>
                  </a:lnTo>
                  <a:lnTo>
                    <a:pt x="3382911" y="236156"/>
                  </a:lnTo>
                  <a:lnTo>
                    <a:pt x="3374904" y="175091"/>
                  </a:lnTo>
                  <a:lnTo>
                    <a:pt x="3351237" y="118084"/>
                  </a:lnTo>
                  <a:lnTo>
                    <a:pt x="3313839" y="69211"/>
                  </a:lnTo>
                  <a:lnTo>
                    <a:pt x="3264839" y="31673"/>
                  </a:lnTo>
                  <a:lnTo>
                    <a:pt x="3207821" y="8007"/>
                  </a:lnTo>
                  <a:lnTo>
                    <a:pt x="3177609" y="2012"/>
                  </a:lnTo>
                  <a:lnTo>
                    <a:pt x="3146755" y="0"/>
                  </a:lnTo>
                  <a:close/>
                </a:path>
              </a:pathLst>
            </a:custGeom>
            <a:solidFill>
              <a:srgbClr val="EFF3F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2514244" y="3657600"/>
              <a:ext cx="3383279" cy="1417320"/>
            </a:xfrm>
            <a:custGeom>
              <a:avLst/>
              <a:gdLst/>
              <a:ahLst/>
              <a:cxnLst/>
              <a:rect l="l" t="t" r="r" b="b"/>
              <a:pathLst>
                <a:path w="3383279" h="1417320">
                  <a:moveTo>
                    <a:pt x="0" y="236156"/>
                  </a:moveTo>
                  <a:lnTo>
                    <a:pt x="2012" y="205302"/>
                  </a:lnTo>
                  <a:lnTo>
                    <a:pt x="8007" y="175091"/>
                  </a:lnTo>
                  <a:lnTo>
                    <a:pt x="31673" y="118084"/>
                  </a:lnTo>
                  <a:lnTo>
                    <a:pt x="69205" y="69073"/>
                  </a:lnTo>
                  <a:lnTo>
                    <a:pt x="118071" y="31673"/>
                  </a:lnTo>
                  <a:lnTo>
                    <a:pt x="175090" y="8007"/>
                  </a:lnTo>
                  <a:lnTo>
                    <a:pt x="236156" y="0"/>
                  </a:lnTo>
                  <a:lnTo>
                    <a:pt x="3146755" y="0"/>
                  </a:lnTo>
                  <a:lnTo>
                    <a:pt x="3207821" y="8007"/>
                  </a:lnTo>
                  <a:lnTo>
                    <a:pt x="3264839" y="31673"/>
                  </a:lnTo>
                  <a:lnTo>
                    <a:pt x="3313839" y="69211"/>
                  </a:lnTo>
                  <a:lnTo>
                    <a:pt x="3351237" y="118084"/>
                  </a:lnTo>
                  <a:lnTo>
                    <a:pt x="3374904" y="175091"/>
                  </a:lnTo>
                  <a:lnTo>
                    <a:pt x="3382911" y="236156"/>
                  </a:lnTo>
                  <a:lnTo>
                    <a:pt x="3383279" y="1180795"/>
                  </a:lnTo>
                  <a:lnTo>
                    <a:pt x="3381265" y="1211649"/>
                  </a:lnTo>
                  <a:lnTo>
                    <a:pt x="3375266" y="1241861"/>
                  </a:lnTo>
                  <a:lnTo>
                    <a:pt x="3351593" y="1298879"/>
                  </a:lnTo>
                  <a:lnTo>
                    <a:pt x="3314066" y="1347884"/>
                  </a:lnTo>
                  <a:lnTo>
                    <a:pt x="3265195" y="1385277"/>
                  </a:lnTo>
                  <a:lnTo>
                    <a:pt x="3208177" y="1408950"/>
                  </a:lnTo>
                  <a:lnTo>
                    <a:pt x="3147110" y="1416964"/>
                  </a:lnTo>
                  <a:lnTo>
                    <a:pt x="236156" y="1417320"/>
                  </a:lnTo>
                  <a:lnTo>
                    <a:pt x="175090" y="1409312"/>
                  </a:lnTo>
                  <a:lnTo>
                    <a:pt x="118071" y="1385646"/>
                  </a:lnTo>
                  <a:lnTo>
                    <a:pt x="69072" y="1348108"/>
                  </a:lnTo>
                  <a:lnTo>
                    <a:pt x="31673" y="1299235"/>
                  </a:lnTo>
                  <a:lnTo>
                    <a:pt x="8007" y="1242228"/>
                  </a:lnTo>
                  <a:lnTo>
                    <a:pt x="0" y="1181163"/>
                  </a:lnTo>
                  <a:lnTo>
                    <a:pt x="0" y="236156"/>
                  </a:lnTo>
                  <a:close/>
                </a:path>
              </a:pathLst>
            </a:custGeom>
            <a:ln w="9359">
              <a:solidFill>
                <a:srgbClr val="131F3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618169" y="4356820"/>
            <a:ext cx="2120900" cy="102489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900" b="1" spc="-10" dirty="0">
                <a:solidFill>
                  <a:srgbClr val="131F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Export</a:t>
            </a:r>
            <a:endParaRPr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800"/>
              </a:spcBef>
            </a:pP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CSV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downstream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080748" y="4286364"/>
            <a:ext cx="3472815" cy="1506855"/>
            <a:chOff x="6218644" y="3635984"/>
            <a:chExt cx="3472815" cy="1506855"/>
          </a:xfrm>
        </p:grpSpPr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18644" y="3635984"/>
              <a:ext cx="3472561" cy="150625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263284" y="3657600"/>
              <a:ext cx="3383279" cy="1417320"/>
            </a:xfrm>
            <a:custGeom>
              <a:avLst/>
              <a:gdLst/>
              <a:ahLst/>
              <a:cxnLst/>
              <a:rect l="l" t="t" r="r" b="b"/>
              <a:pathLst>
                <a:path w="3383279" h="1417320">
                  <a:moveTo>
                    <a:pt x="3146755" y="0"/>
                  </a:moveTo>
                  <a:lnTo>
                    <a:pt x="236156" y="0"/>
                  </a:lnTo>
                  <a:lnTo>
                    <a:pt x="205302" y="2012"/>
                  </a:lnTo>
                  <a:lnTo>
                    <a:pt x="145889" y="17916"/>
                  </a:lnTo>
                  <a:lnTo>
                    <a:pt x="92324" y="48770"/>
                  </a:lnTo>
                  <a:lnTo>
                    <a:pt x="48885" y="92331"/>
                  </a:lnTo>
                  <a:lnTo>
                    <a:pt x="17916" y="145895"/>
                  </a:lnTo>
                  <a:lnTo>
                    <a:pt x="2012" y="205302"/>
                  </a:lnTo>
                  <a:lnTo>
                    <a:pt x="0" y="236156"/>
                  </a:lnTo>
                  <a:lnTo>
                    <a:pt x="0" y="1181163"/>
                  </a:lnTo>
                  <a:lnTo>
                    <a:pt x="1988" y="1211649"/>
                  </a:lnTo>
                  <a:lnTo>
                    <a:pt x="2012" y="1212017"/>
                  </a:lnTo>
                  <a:lnTo>
                    <a:pt x="17793" y="1271061"/>
                  </a:lnTo>
                  <a:lnTo>
                    <a:pt x="48770" y="1324988"/>
                  </a:lnTo>
                  <a:lnTo>
                    <a:pt x="92274" y="1368394"/>
                  </a:lnTo>
                  <a:lnTo>
                    <a:pt x="145889" y="1399403"/>
                  </a:lnTo>
                  <a:lnTo>
                    <a:pt x="205302" y="1415307"/>
                  </a:lnTo>
                  <a:lnTo>
                    <a:pt x="236156" y="1417320"/>
                  </a:lnTo>
                  <a:lnTo>
                    <a:pt x="3147110" y="1416964"/>
                  </a:lnTo>
                  <a:lnTo>
                    <a:pt x="3208177" y="1408950"/>
                  </a:lnTo>
                  <a:lnTo>
                    <a:pt x="3265195" y="1385277"/>
                  </a:lnTo>
                  <a:lnTo>
                    <a:pt x="3314066" y="1347884"/>
                  </a:lnTo>
                  <a:lnTo>
                    <a:pt x="3351593" y="1298879"/>
                  </a:lnTo>
                  <a:lnTo>
                    <a:pt x="3375141" y="1242228"/>
                  </a:lnTo>
                  <a:lnTo>
                    <a:pt x="3375266" y="1241861"/>
                  </a:lnTo>
                  <a:lnTo>
                    <a:pt x="3381191" y="1212017"/>
                  </a:lnTo>
                  <a:lnTo>
                    <a:pt x="3381265" y="1211649"/>
                  </a:lnTo>
                  <a:lnTo>
                    <a:pt x="3383255" y="1181163"/>
                  </a:lnTo>
                  <a:lnTo>
                    <a:pt x="3382911" y="236156"/>
                  </a:lnTo>
                  <a:lnTo>
                    <a:pt x="3374904" y="175091"/>
                  </a:lnTo>
                  <a:lnTo>
                    <a:pt x="3351237" y="118084"/>
                  </a:lnTo>
                  <a:lnTo>
                    <a:pt x="3313839" y="69211"/>
                  </a:lnTo>
                  <a:lnTo>
                    <a:pt x="3264839" y="31673"/>
                  </a:lnTo>
                  <a:lnTo>
                    <a:pt x="3207821" y="8007"/>
                  </a:lnTo>
                  <a:lnTo>
                    <a:pt x="3177609" y="2012"/>
                  </a:lnTo>
                  <a:lnTo>
                    <a:pt x="3146755" y="0"/>
                  </a:lnTo>
                  <a:close/>
                </a:path>
              </a:pathLst>
            </a:custGeom>
            <a:solidFill>
              <a:srgbClr val="EFF3F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6263284" y="3657600"/>
              <a:ext cx="3383279" cy="1417320"/>
            </a:xfrm>
            <a:custGeom>
              <a:avLst/>
              <a:gdLst/>
              <a:ahLst/>
              <a:cxnLst/>
              <a:rect l="l" t="t" r="r" b="b"/>
              <a:pathLst>
                <a:path w="3383279" h="1417320">
                  <a:moveTo>
                    <a:pt x="0" y="236156"/>
                  </a:moveTo>
                  <a:lnTo>
                    <a:pt x="2012" y="205302"/>
                  </a:lnTo>
                  <a:lnTo>
                    <a:pt x="8007" y="175091"/>
                  </a:lnTo>
                  <a:lnTo>
                    <a:pt x="31673" y="118084"/>
                  </a:lnTo>
                  <a:lnTo>
                    <a:pt x="69205" y="69073"/>
                  </a:lnTo>
                  <a:lnTo>
                    <a:pt x="118071" y="31673"/>
                  </a:lnTo>
                  <a:lnTo>
                    <a:pt x="175090" y="8007"/>
                  </a:lnTo>
                  <a:lnTo>
                    <a:pt x="236156" y="0"/>
                  </a:lnTo>
                  <a:lnTo>
                    <a:pt x="3146755" y="0"/>
                  </a:lnTo>
                  <a:lnTo>
                    <a:pt x="3207821" y="8007"/>
                  </a:lnTo>
                  <a:lnTo>
                    <a:pt x="3264839" y="31673"/>
                  </a:lnTo>
                  <a:lnTo>
                    <a:pt x="3313839" y="69211"/>
                  </a:lnTo>
                  <a:lnTo>
                    <a:pt x="3351237" y="118084"/>
                  </a:lnTo>
                  <a:lnTo>
                    <a:pt x="3374904" y="175091"/>
                  </a:lnTo>
                  <a:lnTo>
                    <a:pt x="3382911" y="236156"/>
                  </a:lnTo>
                  <a:lnTo>
                    <a:pt x="3383279" y="1180795"/>
                  </a:lnTo>
                  <a:lnTo>
                    <a:pt x="3381265" y="1211649"/>
                  </a:lnTo>
                  <a:lnTo>
                    <a:pt x="3375266" y="1241861"/>
                  </a:lnTo>
                  <a:lnTo>
                    <a:pt x="3351593" y="1298879"/>
                  </a:lnTo>
                  <a:lnTo>
                    <a:pt x="3314066" y="1347884"/>
                  </a:lnTo>
                  <a:lnTo>
                    <a:pt x="3265195" y="1385277"/>
                  </a:lnTo>
                  <a:lnTo>
                    <a:pt x="3208177" y="1408950"/>
                  </a:lnTo>
                  <a:lnTo>
                    <a:pt x="3147110" y="1416964"/>
                  </a:lnTo>
                  <a:lnTo>
                    <a:pt x="236156" y="1417320"/>
                  </a:lnTo>
                  <a:lnTo>
                    <a:pt x="175090" y="1409312"/>
                  </a:lnTo>
                  <a:lnTo>
                    <a:pt x="118071" y="1385646"/>
                  </a:lnTo>
                  <a:lnTo>
                    <a:pt x="69072" y="1348108"/>
                  </a:lnTo>
                  <a:lnTo>
                    <a:pt x="31673" y="1299235"/>
                  </a:lnTo>
                  <a:lnTo>
                    <a:pt x="8007" y="1242228"/>
                  </a:lnTo>
                  <a:lnTo>
                    <a:pt x="0" y="1181163"/>
                  </a:lnTo>
                  <a:lnTo>
                    <a:pt x="0" y="236156"/>
                  </a:lnTo>
                  <a:close/>
                </a:path>
              </a:pathLst>
            </a:custGeom>
            <a:ln w="9359">
              <a:solidFill>
                <a:srgbClr val="B8404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367209" y="4356820"/>
            <a:ext cx="2378710" cy="126765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900" b="1" spc="-20" dirty="0">
                <a:solidFill>
                  <a:srgbClr val="B8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</a:t>
            </a:r>
            <a:r>
              <a:rPr sz="1900" b="1" spc="-85" dirty="0">
                <a:solidFill>
                  <a:srgbClr val="B8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spc="-10" dirty="0">
                <a:solidFill>
                  <a:srgbClr val="B8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  <a:endParaRPr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800"/>
              </a:spcBef>
            </a:pP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Generates</a:t>
            </a:r>
            <a:r>
              <a:rPr sz="16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CAPA-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  <a:r>
              <a:rPr sz="16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6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6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</a:t>
            </a:r>
            <a:r>
              <a:rPr sz="16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xfrm>
            <a:off x="11465687" y="7135289"/>
            <a:ext cx="153670" cy="16030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71296" y="416420"/>
            <a:ext cx="309816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8665" y="1019784"/>
            <a:ext cx="333629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IBM</a:t>
            </a:r>
            <a:r>
              <a:rPr sz="15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r>
              <a:rPr sz="15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mapping</a:t>
            </a:r>
            <a:r>
              <a:rPr sz="15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5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500" spc="-2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prototype</a:t>
            </a:r>
            <a:endParaRPr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211214" y="1723396"/>
            <a:ext cx="3215062" cy="2266798"/>
            <a:chOff x="6263995" y="1486776"/>
            <a:chExt cx="5210810" cy="141541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63995" y="1486776"/>
              <a:ext cx="5210276" cy="141518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308636" y="1508404"/>
              <a:ext cx="5121275" cy="1326515"/>
            </a:xfrm>
            <a:custGeom>
              <a:avLst/>
              <a:gdLst/>
              <a:ahLst/>
              <a:cxnLst/>
              <a:rect l="l" t="t" r="r" b="b"/>
              <a:pathLst>
                <a:path w="5121275" h="1326514">
                  <a:moveTo>
                    <a:pt x="221399" y="0"/>
                  </a:moveTo>
                  <a:lnTo>
                    <a:pt x="164117" y="7604"/>
                  </a:lnTo>
                  <a:lnTo>
                    <a:pt x="110883" y="29514"/>
                  </a:lnTo>
                  <a:lnTo>
                    <a:pt x="65120" y="64752"/>
                  </a:lnTo>
                  <a:lnTo>
                    <a:pt x="29883" y="110515"/>
                  </a:lnTo>
                  <a:lnTo>
                    <a:pt x="7834" y="163749"/>
                  </a:lnTo>
                  <a:lnTo>
                    <a:pt x="368" y="221030"/>
                  </a:lnTo>
                  <a:lnTo>
                    <a:pt x="0" y="1105192"/>
                  </a:lnTo>
                  <a:lnTo>
                    <a:pt x="1929" y="1134158"/>
                  </a:lnTo>
                  <a:lnTo>
                    <a:pt x="16861" y="1189790"/>
                  </a:lnTo>
                  <a:lnTo>
                    <a:pt x="45671" y="1239765"/>
                  </a:lnTo>
                  <a:lnTo>
                    <a:pt x="86475" y="1280569"/>
                  </a:lnTo>
                  <a:lnTo>
                    <a:pt x="136452" y="1309529"/>
                  </a:lnTo>
                  <a:lnTo>
                    <a:pt x="192082" y="1324356"/>
                  </a:lnTo>
                  <a:lnTo>
                    <a:pt x="221043" y="1326235"/>
                  </a:lnTo>
                  <a:lnTo>
                    <a:pt x="4899964" y="1326235"/>
                  </a:lnTo>
                  <a:lnTo>
                    <a:pt x="4928174" y="1324356"/>
                  </a:lnTo>
                  <a:lnTo>
                    <a:pt x="4928675" y="1324356"/>
                  </a:lnTo>
                  <a:lnTo>
                    <a:pt x="4984555" y="1309379"/>
                  </a:lnTo>
                  <a:lnTo>
                    <a:pt x="5034532" y="1280569"/>
                  </a:lnTo>
                  <a:lnTo>
                    <a:pt x="5075336" y="1239765"/>
                  </a:lnTo>
                  <a:lnTo>
                    <a:pt x="5104297" y="1189790"/>
                  </a:lnTo>
                  <a:lnTo>
                    <a:pt x="5119128" y="1134158"/>
                  </a:lnTo>
                  <a:lnTo>
                    <a:pt x="5121008" y="1105192"/>
                  </a:lnTo>
                  <a:lnTo>
                    <a:pt x="5120983" y="221030"/>
                  </a:lnTo>
                  <a:lnTo>
                    <a:pt x="5113402" y="164110"/>
                  </a:lnTo>
                  <a:lnTo>
                    <a:pt x="5091480" y="110871"/>
                  </a:lnTo>
                  <a:lnTo>
                    <a:pt x="5056252" y="65108"/>
                  </a:lnTo>
                  <a:lnTo>
                    <a:pt x="5010480" y="29870"/>
                  </a:lnTo>
                  <a:lnTo>
                    <a:pt x="4957246" y="7826"/>
                  </a:lnTo>
                  <a:lnTo>
                    <a:pt x="4899964" y="355"/>
                  </a:lnTo>
                  <a:lnTo>
                    <a:pt x="221399" y="0"/>
                  </a:lnTo>
                  <a:close/>
                </a:path>
              </a:pathLst>
            </a:custGeom>
            <a:solidFill>
              <a:srgbClr val="EFF3F7"/>
            </a:solidFill>
          </p:spPr>
          <p:txBody>
            <a:bodyPr wrap="square" lIns="0" tIns="0" rIns="0" bIns="0" rtlCol="0"/>
            <a:lstStyle/>
            <a:p>
              <a:pPr algn="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308636" y="1508404"/>
              <a:ext cx="5121275" cy="1326515"/>
            </a:xfrm>
            <a:custGeom>
              <a:avLst/>
              <a:gdLst/>
              <a:ahLst/>
              <a:cxnLst/>
              <a:rect l="l" t="t" r="r" b="b"/>
              <a:pathLst>
                <a:path w="5121275" h="1326514">
                  <a:moveTo>
                    <a:pt x="368" y="221030"/>
                  </a:moveTo>
                  <a:lnTo>
                    <a:pt x="2245" y="192070"/>
                  </a:lnTo>
                  <a:lnTo>
                    <a:pt x="7834" y="163749"/>
                  </a:lnTo>
                  <a:lnTo>
                    <a:pt x="29883" y="110515"/>
                  </a:lnTo>
                  <a:lnTo>
                    <a:pt x="65120" y="64752"/>
                  </a:lnTo>
                  <a:lnTo>
                    <a:pt x="110883" y="29514"/>
                  </a:lnTo>
                  <a:lnTo>
                    <a:pt x="164117" y="7604"/>
                  </a:lnTo>
                  <a:lnTo>
                    <a:pt x="221399" y="0"/>
                  </a:lnTo>
                  <a:lnTo>
                    <a:pt x="4899964" y="355"/>
                  </a:lnTo>
                  <a:lnTo>
                    <a:pt x="4957246" y="7826"/>
                  </a:lnTo>
                  <a:lnTo>
                    <a:pt x="5010480" y="29870"/>
                  </a:lnTo>
                  <a:lnTo>
                    <a:pt x="5056252" y="65108"/>
                  </a:lnTo>
                  <a:lnTo>
                    <a:pt x="5091480" y="110871"/>
                  </a:lnTo>
                  <a:lnTo>
                    <a:pt x="5113402" y="164110"/>
                  </a:lnTo>
                  <a:lnTo>
                    <a:pt x="5121008" y="221399"/>
                  </a:lnTo>
                  <a:lnTo>
                    <a:pt x="5121008" y="1105192"/>
                  </a:lnTo>
                  <a:lnTo>
                    <a:pt x="5119128" y="1134158"/>
                  </a:lnTo>
                  <a:lnTo>
                    <a:pt x="5113535" y="1162480"/>
                  </a:lnTo>
                  <a:lnTo>
                    <a:pt x="5091480" y="1215720"/>
                  </a:lnTo>
                  <a:lnTo>
                    <a:pt x="5056252" y="1261483"/>
                  </a:lnTo>
                  <a:lnTo>
                    <a:pt x="5010480" y="1296720"/>
                  </a:lnTo>
                  <a:lnTo>
                    <a:pt x="4957246" y="1318631"/>
                  </a:lnTo>
                  <a:lnTo>
                    <a:pt x="4899964" y="1326235"/>
                  </a:lnTo>
                  <a:lnTo>
                    <a:pt x="221043" y="1326235"/>
                  </a:lnTo>
                  <a:lnTo>
                    <a:pt x="163761" y="1318764"/>
                  </a:lnTo>
                  <a:lnTo>
                    <a:pt x="110528" y="1296720"/>
                  </a:lnTo>
                  <a:lnTo>
                    <a:pt x="64755" y="1261483"/>
                  </a:lnTo>
                  <a:lnTo>
                    <a:pt x="29527" y="1215720"/>
                  </a:lnTo>
                  <a:lnTo>
                    <a:pt x="7605" y="1162480"/>
                  </a:lnTo>
                  <a:lnTo>
                    <a:pt x="0" y="1105192"/>
                  </a:lnTo>
                  <a:lnTo>
                    <a:pt x="368" y="221030"/>
                  </a:lnTo>
                  <a:close/>
                </a:path>
              </a:pathLst>
            </a:custGeom>
            <a:ln w="9359">
              <a:solidFill>
                <a:srgbClr val="36815E"/>
              </a:solidFill>
            </a:ln>
          </p:spPr>
          <p:txBody>
            <a:bodyPr wrap="square" lIns="0" tIns="0" rIns="0" bIns="0" rtlCol="0"/>
            <a:lstStyle/>
            <a:p>
              <a:pPr algn="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643727" y="2016731"/>
            <a:ext cx="2556589" cy="126765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900" b="1" dirty="0">
                <a:solidFill>
                  <a:srgbClr val="3681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IBM</a:t>
            </a:r>
            <a:r>
              <a:rPr sz="1900" b="1" spc="-55" dirty="0">
                <a:solidFill>
                  <a:srgbClr val="3681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spc="-10" dirty="0">
                <a:solidFill>
                  <a:srgbClr val="3681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800"/>
              </a:spcBef>
            </a:pP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monitoring application</a:t>
            </a:r>
            <a:r>
              <a:rPr sz="1600" spc="-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-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71260" y="1727320"/>
            <a:ext cx="3210140" cy="2282259"/>
            <a:chOff x="686155" y="3132696"/>
            <a:chExt cx="5210810" cy="141541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155" y="3132696"/>
              <a:ext cx="5210276" cy="141518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30796" y="3154324"/>
              <a:ext cx="5121275" cy="1326515"/>
            </a:xfrm>
            <a:custGeom>
              <a:avLst/>
              <a:gdLst/>
              <a:ahLst/>
              <a:cxnLst/>
              <a:rect l="l" t="t" r="r" b="b"/>
              <a:pathLst>
                <a:path w="5121275" h="1326514">
                  <a:moveTo>
                    <a:pt x="221399" y="0"/>
                  </a:moveTo>
                  <a:lnTo>
                    <a:pt x="164117" y="7604"/>
                  </a:lnTo>
                  <a:lnTo>
                    <a:pt x="110883" y="29514"/>
                  </a:lnTo>
                  <a:lnTo>
                    <a:pt x="65120" y="64752"/>
                  </a:lnTo>
                  <a:lnTo>
                    <a:pt x="29883" y="110515"/>
                  </a:lnTo>
                  <a:lnTo>
                    <a:pt x="7834" y="163749"/>
                  </a:lnTo>
                  <a:lnTo>
                    <a:pt x="368" y="221030"/>
                  </a:lnTo>
                  <a:lnTo>
                    <a:pt x="0" y="1105192"/>
                  </a:lnTo>
                  <a:lnTo>
                    <a:pt x="1929" y="1134158"/>
                  </a:lnTo>
                  <a:lnTo>
                    <a:pt x="16861" y="1189790"/>
                  </a:lnTo>
                  <a:lnTo>
                    <a:pt x="45671" y="1239765"/>
                  </a:lnTo>
                  <a:lnTo>
                    <a:pt x="86475" y="1280569"/>
                  </a:lnTo>
                  <a:lnTo>
                    <a:pt x="136452" y="1309529"/>
                  </a:lnTo>
                  <a:lnTo>
                    <a:pt x="192082" y="1324356"/>
                  </a:lnTo>
                  <a:lnTo>
                    <a:pt x="221043" y="1326235"/>
                  </a:lnTo>
                  <a:lnTo>
                    <a:pt x="4899964" y="1326235"/>
                  </a:lnTo>
                  <a:lnTo>
                    <a:pt x="4928174" y="1324356"/>
                  </a:lnTo>
                  <a:lnTo>
                    <a:pt x="4928675" y="1324356"/>
                  </a:lnTo>
                  <a:lnTo>
                    <a:pt x="4984555" y="1309379"/>
                  </a:lnTo>
                  <a:lnTo>
                    <a:pt x="5034532" y="1280569"/>
                  </a:lnTo>
                  <a:lnTo>
                    <a:pt x="5075336" y="1239765"/>
                  </a:lnTo>
                  <a:lnTo>
                    <a:pt x="5104297" y="1189790"/>
                  </a:lnTo>
                  <a:lnTo>
                    <a:pt x="5119128" y="1134158"/>
                  </a:lnTo>
                  <a:lnTo>
                    <a:pt x="5121008" y="1105192"/>
                  </a:lnTo>
                  <a:lnTo>
                    <a:pt x="5120983" y="221030"/>
                  </a:lnTo>
                  <a:lnTo>
                    <a:pt x="5113402" y="164110"/>
                  </a:lnTo>
                  <a:lnTo>
                    <a:pt x="5091480" y="110870"/>
                  </a:lnTo>
                  <a:lnTo>
                    <a:pt x="5056252" y="65108"/>
                  </a:lnTo>
                  <a:lnTo>
                    <a:pt x="5010480" y="29870"/>
                  </a:lnTo>
                  <a:lnTo>
                    <a:pt x="4957246" y="7826"/>
                  </a:lnTo>
                  <a:lnTo>
                    <a:pt x="4899964" y="355"/>
                  </a:lnTo>
                  <a:lnTo>
                    <a:pt x="221399" y="0"/>
                  </a:lnTo>
                  <a:close/>
                </a:path>
              </a:pathLst>
            </a:custGeom>
            <a:solidFill>
              <a:srgbClr val="EFF3F7"/>
            </a:solidFill>
          </p:spPr>
          <p:txBody>
            <a:bodyPr wrap="square" lIns="0" tIns="0" rIns="0" bIns="0" rtlCol="0"/>
            <a:lstStyle/>
            <a:p>
              <a:pPr algn="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730796" y="3154324"/>
              <a:ext cx="5121275" cy="1326515"/>
            </a:xfrm>
            <a:custGeom>
              <a:avLst/>
              <a:gdLst/>
              <a:ahLst/>
              <a:cxnLst/>
              <a:rect l="l" t="t" r="r" b="b"/>
              <a:pathLst>
                <a:path w="5121275" h="1326514">
                  <a:moveTo>
                    <a:pt x="368" y="221030"/>
                  </a:moveTo>
                  <a:lnTo>
                    <a:pt x="2245" y="192070"/>
                  </a:lnTo>
                  <a:lnTo>
                    <a:pt x="7834" y="163749"/>
                  </a:lnTo>
                  <a:lnTo>
                    <a:pt x="29883" y="110515"/>
                  </a:lnTo>
                  <a:lnTo>
                    <a:pt x="65120" y="64752"/>
                  </a:lnTo>
                  <a:lnTo>
                    <a:pt x="110883" y="29514"/>
                  </a:lnTo>
                  <a:lnTo>
                    <a:pt x="164117" y="7604"/>
                  </a:lnTo>
                  <a:lnTo>
                    <a:pt x="221399" y="0"/>
                  </a:lnTo>
                  <a:lnTo>
                    <a:pt x="4899964" y="355"/>
                  </a:lnTo>
                  <a:lnTo>
                    <a:pt x="4957246" y="7826"/>
                  </a:lnTo>
                  <a:lnTo>
                    <a:pt x="5010480" y="29870"/>
                  </a:lnTo>
                  <a:lnTo>
                    <a:pt x="5056252" y="65108"/>
                  </a:lnTo>
                  <a:lnTo>
                    <a:pt x="5091480" y="110870"/>
                  </a:lnTo>
                  <a:lnTo>
                    <a:pt x="5113402" y="164110"/>
                  </a:lnTo>
                  <a:lnTo>
                    <a:pt x="5121008" y="221399"/>
                  </a:lnTo>
                  <a:lnTo>
                    <a:pt x="5121008" y="1105192"/>
                  </a:lnTo>
                  <a:lnTo>
                    <a:pt x="5119128" y="1134158"/>
                  </a:lnTo>
                  <a:lnTo>
                    <a:pt x="5113535" y="1162480"/>
                  </a:lnTo>
                  <a:lnTo>
                    <a:pt x="5091480" y="1215720"/>
                  </a:lnTo>
                  <a:lnTo>
                    <a:pt x="5056252" y="1261483"/>
                  </a:lnTo>
                  <a:lnTo>
                    <a:pt x="5010480" y="1296720"/>
                  </a:lnTo>
                  <a:lnTo>
                    <a:pt x="4957246" y="1318631"/>
                  </a:lnTo>
                  <a:lnTo>
                    <a:pt x="4899964" y="1326235"/>
                  </a:lnTo>
                  <a:lnTo>
                    <a:pt x="221043" y="1326235"/>
                  </a:lnTo>
                  <a:lnTo>
                    <a:pt x="163761" y="1318764"/>
                  </a:lnTo>
                  <a:lnTo>
                    <a:pt x="110528" y="1296720"/>
                  </a:lnTo>
                  <a:lnTo>
                    <a:pt x="64755" y="1261483"/>
                  </a:lnTo>
                  <a:lnTo>
                    <a:pt x="29527" y="1215720"/>
                  </a:lnTo>
                  <a:lnTo>
                    <a:pt x="7605" y="1162480"/>
                  </a:lnTo>
                  <a:lnTo>
                    <a:pt x="0" y="1105192"/>
                  </a:lnTo>
                  <a:lnTo>
                    <a:pt x="368" y="221030"/>
                  </a:lnTo>
                  <a:close/>
                </a:path>
              </a:pathLst>
            </a:custGeom>
            <a:ln w="9359">
              <a:solidFill>
                <a:srgbClr val="BD862C"/>
              </a:solidFill>
            </a:ln>
          </p:spPr>
          <p:txBody>
            <a:bodyPr wrap="square" lIns="0" tIns="0" rIns="0" bIns="0" rtlCol="0"/>
            <a:lstStyle/>
            <a:p>
              <a:pPr algn="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52342" y="1932137"/>
            <a:ext cx="1928044" cy="1513876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900" b="1" dirty="0">
                <a:solidFill>
                  <a:srgbClr val="BD86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IBM</a:t>
            </a:r>
            <a:r>
              <a:rPr sz="1900" b="1" spc="-55" dirty="0">
                <a:solidFill>
                  <a:srgbClr val="BD86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spc="-25" dirty="0">
                <a:solidFill>
                  <a:srgbClr val="BD86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Db2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800"/>
              </a:spcBef>
            </a:pP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</a:t>
            </a:r>
            <a:r>
              <a:rPr sz="1600" spc="-6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600" spc="-5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structured study/site/visit data.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001001" y="1723396"/>
            <a:ext cx="3343300" cy="2285815"/>
            <a:chOff x="6263995" y="3132696"/>
            <a:chExt cx="5210810" cy="1415415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63995" y="3132696"/>
              <a:ext cx="5210276" cy="141518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308636" y="3154324"/>
              <a:ext cx="5121275" cy="1326515"/>
            </a:xfrm>
            <a:custGeom>
              <a:avLst/>
              <a:gdLst/>
              <a:ahLst/>
              <a:cxnLst/>
              <a:rect l="l" t="t" r="r" b="b"/>
              <a:pathLst>
                <a:path w="5121275" h="1326514">
                  <a:moveTo>
                    <a:pt x="221399" y="0"/>
                  </a:moveTo>
                  <a:lnTo>
                    <a:pt x="164117" y="7604"/>
                  </a:lnTo>
                  <a:lnTo>
                    <a:pt x="110883" y="29514"/>
                  </a:lnTo>
                  <a:lnTo>
                    <a:pt x="65120" y="64752"/>
                  </a:lnTo>
                  <a:lnTo>
                    <a:pt x="29883" y="110515"/>
                  </a:lnTo>
                  <a:lnTo>
                    <a:pt x="7834" y="163749"/>
                  </a:lnTo>
                  <a:lnTo>
                    <a:pt x="368" y="221030"/>
                  </a:lnTo>
                  <a:lnTo>
                    <a:pt x="0" y="1105192"/>
                  </a:lnTo>
                  <a:lnTo>
                    <a:pt x="1929" y="1134158"/>
                  </a:lnTo>
                  <a:lnTo>
                    <a:pt x="16861" y="1189790"/>
                  </a:lnTo>
                  <a:lnTo>
                    <a:pt x="45671" y="1239765"/>
                  </a:lnTo>
                  <a:lnTo>
                    <a:pt x="86475" y="1280569"/>
                  </a:lnTo>
                  <a:lnTo>
                    <a:pt x="136452" y="1309529"/>
                  </a:lnTo>
                  <a:lnTo>
                    <a:pt x="192082" y="1324356"/>
                  </a:lnTo>
                  <a:lnTo>
                    <a:pt x="221043" y="1326235"/>
                  </a:lnTo>
                  <a:lnTo>
                    <a:pt x="4899964" y="1326235"/>
                  </a:lnTo>
                  <a:lnTo>
                    <a:pt x="4928174" y="1324356"/>
                  </a:lnTo>
                  <a:lnTo>
                    <a:pt x="4928675" y="1324356"/>
                  </a:lnTo>
                  <a:lnTo>
                    <a:pt x="4984555" y="1309379"/>
                  </a:lnTo>
                  <a:lnTo>
                    <a:pt x="5034532" y="1280569"/>
                  </a:lnTo>
                  <a:lnTo>
                    <a:pt x="5075336" y="1239765"/>
                  </a:lnTo>
                  <a:lnTo>
                    <a:pt x="5104297" y="1189790"/>
                  </a:lnTo>
                  <a:lnTo>
                    <a:pt x="5119128" y="1134158"/>
                  </a:lnTo>
                  <a:lnTo>
                    <a:pt x="5121008" y="1105192"/>
                  </a:lnTo>
                  <a:lnTo>
                    <a:pt x="5120983" y="221030"/>
                  </a:lnTo>
                  <a:lnTo>
                    <a:pt x="5113402" y="164110"/>
                  </a:lnTo>
                  <a:lnTo>
                    <a:pt x="5091480" y="110870"/>
                  </a:lnTo>
                  <a:lnTo>
                    <a:pt x="5056252" y="65108"/>
                  </a:lnTo>
                  <a:lnTo>
                    <a:pt x="5010480" y="29870"/>
                  </a:lnTo>
                  <a:lnTo>
                    <a:pt x="4957246" y="7826"/>
                  </a:lnTo>
                  <a:lnTo>
                    <a:pt x="4899964" y="355"/>
                  </a:lnTo>
                  <a:lnTo>
                    <a:pt x="221399" y="0"/>
                  </a:lnTo>
                  <a:close/>
                </a:path>
              </a:pathLst>
            </a:custGeom>
            <a:solidFill>
              <a:srgbClr val="EFF3F7"/>
            </a:solidFill>
          </p:spPr>
          <p:txBody>
            <a:bodyPr wrap="square" lIns="0" tIns="0" rIns="0" bIns="0" rtlCol="0"/>
            <a:lstStyle/>
            <a:p>
              <a:pPr algn="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6308636" y="3154324"/>
              <a:ext cx="5121275" cy="1326515"/>
            </a:xfrm>
            <a:custGeom>
              <a:avLst/>
              <a:gdLst/>
              <a:ahLst/>
              <a:cxnLst/>
              <a:rect l="l" t="t" r="r" b="b"/>
              <a:pathLst>
                <a:path w="5121275" h="1326514">
                  <a:moveTo>
                    <a:pt x="368" y="221030"/>
                  </a:moveTo>
                  <a:lnTo>
                    <a:pt x="2245" y="192070"/>
                  </a:lnTo>
                  <a:lnTo>
                    <a:pt x="7834" y="163749"/>
                  </a:lnTo>
                  <a:lnTo>
                    <a:pt x="29883" y="110515"/>
                  </a:lnTo>
                  <a:lnTo>
                    <a:pt x="65120" y="64752"/>
                  </a:lnTo>
                  <a:lnTo>
                    <a:pt x="110883" y="29514"/>
                  </a:lnTo>
                  <a:lnTo>
                    <a:pt x="164117" y="7604"/>
                  </a:lnTo>
                  <a:lnTo>
                    <a:pt x="221399" y="0"/>
                  </a:lnTo>
                  <a:lnTo>
                    <a:pt x="4899964" y="355"/>
                  </a:lnTo>
                  <a:lnTo>
                    <a:pt x="4957246" y="7826"/>
                  </a:lnTo>
                  <a:lnTo>
                    <a:pt x="5010480" y="29870"/>
                  </a:lnTo>
                  <a:lnTo>
                    <a:pt x="5056252" y="65108"/>
                  </a:lnTo>
                  <a:lnTo>
                    <a:pt x="5091480" y="110870"/>
                  </a:lnTo>
                  <a:lnTo>
                    <a:pt x="5113402" y="164110"/>
                  </a:lnTo>
                  <a:lnTo>
                    <a:pt x="5121008" y="221399"/>
                  </a:lnTo>
                  <a:lnTo>
                    <a:pt x="5121008" y="1105192"/>
                  </a:lnTo>
                  <a:lnTo>
                    <a:pt x="5119128" y="1134158"/>
                  </a:lnTo>
                  <a:lnTo>
                    <a:pt x="5113535" y="1162480"/>
                  </a:lnTo>
                  <a:lnTo>
                    <a:pt x="5091480" y="1215720"/>
                  </a:lnTo>
                  <a:lnTo>
                    <a:pt x="5056252" y="1261483"/>
                  </a:lnTo>
                  <a:lnTo>
                    <a:pt x="5010480" y="1296720"/>
                  </a:lnTo>
                  <a:lnTo>
                    <a:pt x="4957246" y="1318631"/>
                  </a:lnTo>
                  <a:lnTo>
                    <a:pt x="4899964" y="1326235"/>
                  </a:lnTo>
                  <a:lnTo>
                    <a:pt x="221043" y="1326235"/>
                  </a:lnTo>
                  <a:lnTo>
                    <a:pt x="163761" y="1318764"/>
                  </a:lnTo>
                  <a:lnTo>
                    <a:pt x="110528" y="1296720"/>
                  </a:lnTo>
                  <a:lnTo>
                    <a:pt x="64755" y="1261483"/>
                  </a:lnTo>
                  <a:lnTo>
                    <a:pt x="29527" y="1215720"/>
                  </a:lnTo>
                  <a:lnTo>
                    <a:pt x="7605" y="1162480"/>
                  </a:lnTo>
                  <a:lnTo>
                    <a:pt x="0" y="1105192"/>
                  </a:lnTo>
                  <a:lnTo>
                    <a:pt x="368" y="221030"/>
                  </a:lnTo>
                  <a:close/>
                </a:path>
              </a:pathLst>
            </a:custGeom>
            <a:ln w="9359">
              <a:solidFill>
                <a:srgbClr val="131F31"/>
              </a:solidFill>
            </a:ln>
          </p:spPr>
          <p:txBody>
            <a:bodyPr wrap="square" lIns="0" tIns="0" rIns="0" bIns="0" rtlCol="0"/>
            <a:lstStyle/>
            <a:p>
              <a:pPr algn="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406042" y="2023658"/>
            <a:ext cx="2895600" cy="1513876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900" b="1" spc="-10" dirty="0">
                <a:solidFill>
                  <a:srgbClr val="131F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sz="1900" b="1" spc="-40" dirty="0">
                <a:solidFill>
                  <a:srgbClr val="131F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spc="-10" dirty="0">
                <a:solidFill>
                  <a:srgbClr val="131F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prototype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800"/>
              </a:spcBef>
            </a:pPr>
            <a:r>
              <a:rPr sz="16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Browser-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sz="1600" spc="-1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HTML/CSS/JavaScript</a:t>
            </a:r>
            <a:r>
              <a:rPr sz="1600" spc="-1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demonstrates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6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r>
              <a:rPr sz="16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</a:t>
            </a:r>
            <a:r>
              <a:rPr sz="16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xfrm>
            <a:off x="11603583" y="6484909"/>
            <a:ext cx="153670" cy="16030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45616" y="4923980"/>
            <a:ext cx="952119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45415">
              <a:lnSpc>
                <a:spcPct val="100000"/>
              </a:lnSpc>
              <a:spcBef>
                <a:spcPts val="95"/>
              </a:spcBef>
              <a:buChar char="•"/>
              <a:tabLst>
                <a:tab pos="158115" algn="l"/>
              </a:tabLst>
            </a:pP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uploaded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prototype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itself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directly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monitoring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JavaScript;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IBM</a:t>
            </a:r>
            <a:r>
              <a:rPr sz="1600" spc="-5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services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above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16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16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</a:t>
            </a:r>
            <a:r>
              <a:rPr sz="16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  <a:r>
              <a:rPr sz="16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opportunities,</a:t>
            </a:r>
            <a:r>
              <a:rPr sz="16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sz="16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claimed</a:t>
            </a:r>
            <a:r>
              <a:rPr sz="16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16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already</a:t>
            </a:r>
            <a:r>
              <a:rPr sz="16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connected.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8665" y="1019784"/>
            <a:ext cx="610552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</a:t>
            </a:r>
            <a:r>
              <a:rPr sz="15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means</a:t>
            </a:r>
            <a:r>
              <a:rPr sz="15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</a:t>
            </a:r>
            <a:r>
              <a:rPr sz="15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detection,</a:t>
            </a:r>
            <a:r>
              <a:rPr sz="15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clearer</a:t>
            </a:r>
            <a:r>
              <a:rPr sz="15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prioritization</a:t>
            </a:r>
            <a:r>
              <a:rPr sz="15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5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actionable</a:t>
            </a:r>
            <a:r>
              <a:rPr sz="15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2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follow-up.</a:t>
            </a:r>
            <a:endParaRPr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6523" y="1487144"/>
            <a:ext cx="3381375" cy="1506855"/>
            <a:chOff x="686523" y="1487144"/>
            <a:chExt cx="3381375" cy="15068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523" y="1487144"/>
              <a:ext cx="3381121" cy="150625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31164" y="1508759"/>
              <a:ext cx="3291840" cy="1417320"/>
            </a:xfrm>
            <a:custGeom>
              <a:avLst/>
              <a:gdLst/>
              <a:ahLst/>
              <a:cxnLst/>
              <a:rect l="l" t="t" r="r" b="b"/>
              <a:pathLst>
                <a:path w="3291840" h="1417320">
                  <a:moveTo>
                    <a:pt x="3055315" y="0"/>
                  </a:moveTo>
                  <a:lnTo>
                    <a:pt x="236156" y="0"/>
                  </a:lnTo>
                  <a:lnTo>
                    <a:pt x="205302" y="2012"/>
                  </a:lnTo>
                  <a:lnTo>
                    <a:pt x="145889" y="17916"/>
                  </a:lnTo>
                  <a:lnTo>
                    <a:pt x="92324" y="48770"/>
                  </a:lnTo>
                  <a:lnTo>
                    <a:pt x="48885" y="92331"/>
                  </a:lnTo>
                  <a:lnTo>
                    <a:pt x="17916" y="145895"/>
                  </a:lnTo>
                  <a:lnTo>
                    <a:pt x="2012" y="205302"/>
                  </a:lnTo>
                  <a:lnTo>
                    <a:pt x="0" y="236156"/>
                  </a:lnTo>
                  <a:lnTo>
                    <a:pt x="0" y="1181163"/>
                  </a:lnTo>
                  <a:lnTo>
                    <a:pt x="1988" y="1211649"/>
                  </a:lnTo>
                  <a:lnTo>
                    <a:pt x="2012" y="1212017"/>
                  </a:lnTo>
                  <a:lnTo>
                    <a:pt x="7934" y="1241861"/>
                  </a:lnTo>
                  <a:lnTo>
                    <a:pt x="8007" y="1242228"/>
                  </a:lnTo>
                  <a:lnTo>
                    <a:pt x="17793" y="1271061"/>
                  </a:lnTo>
                  <a:lnTo>
                    <a:pt x="17916" y="1271424"/>
                  </a:lnTo>
                  <a:lnTo>
                    <a:pt x="48770" y="1324988"/>
                  </a:lnTo>
                  <a:lnTo>
                    <a:pt x="92274" y="1368394"/>
                  </a:lnTo>
                  <a:lnTo>
                    <a:pt x="145889" y="1399403"/>
                  </a:lnTo>
                  <a:lnTo>
                    <a:pt x="205302" y="1415307"/>
                  </a:lnTo>
                  <a:lnTo>
                    <a:pt x="236156" y="1417319"/>
                  </a:lnTo>
                  <a:lnTo>
                    <a:pt x="3055670" y="1416964"/>
                  </a:lnTo>
                  <a:lnTo>
                    <a:pt x="3116737" y="1408950"/>
                  </a:lnTo>
                  <a:lnTo>
                    <a:pt x="3173755" y="1385277"/>
                  </a:lnTo>
                  <a:lnTo>
                    <a:pt x="3222626" y="1347884"/>
                  </a:lnTo>
                  <a:lnTo>
                    <a:pt x="3260153" y="1298879"/>
                  </a:lnTo>
                  <a:lnTo>
                    <a:pt x="3283701" y="1242228"/>
                  </a:lnTo>
                  <a:lnTo>
                    <a:pt x="3291815" y="1181163"/>
                  </a:lnTo>
                  <a:lnTo>
                    <a:pt x="3291840" y="1180795"/>
                  </a:lnTo>
                  <a:lnTo>
                    <a:pt x="3291471" y="236156"/>
                  </a:lnTo>
                  <a:lnTo>
                    <a:pt x="3283464" y="175091"/>
                  </a:lnTo>
                  <a:lnTo>
                    <a:pt x="3259797" y="118084"/>
                  </a:lnTo>
                  <a:lnTo>
                    <a:pt x="3222399" y="69211"/>
                  </a:lnTo>
                  <a:lnTo>
                    <a:pt x="3173399" y="31673"/>
                  </a:lnTo>
                  <a:lnTo>
                    <a:pt x="3116381" y="8007"/>
                  </a:lnTo>
                  <a:lnTo>
                    <a:pt x="3086169" y="2012"/>
                  </a:lnTo>
                  <a:lnTo>
                    <a:pt x="3055315" y="0"/>
                  </a:lnTo>
                  <a:close/>
                </a:path>
              </a:pathLst>
            </a:custGeom>
            <a:solidFill>
              <a:srgbClr val="EFF3F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731164" y="1508759"/>
              <a:ext cx="3291840" cy="1417320"/>
            </a:xfrm>
            <a:custGeom>
              <a:avLst/>
              <a:gdLst/>
              <a:ahLst/>
              <a:cxnLst/>
              <a:rect l="l" t="t" r="r" b="b"/>
              <a:pathLst>
                <a:path w="3291840" h="1417320">
                  <a:moveTo>
                    <a:pt x="0" y="236156"/>
                  </a:moveTo>
                  <a:lnTo>
                    <a:pt x="2012" y="205302"/>
                  </a:lnTo>
                  <a:lnTo>
                    <a:pt x="8007" y="175091"/>
                  </a:lnTo>
                  <a:lnTo>
                    <a:pt x="31673" y="118084"/>
                  </a:lnTo>
                  <a:lnTo>
                    <a:pt x="69205" y="69073"/>
                  </a:lnTo>
                  <a:lnTo>
                    <a:pt x="118071" y="31673"/>
                  </a:lnTo>
                  <a:lnTo>
                    <a:pt x="175090" y="8007"/>
                  </a:lnTo>
                  <a:lnTo>
                    <a:pt x="236156" y="0"/>
                  </a:lnTo>
                  <a:lnTo>
                    <a:pt x="3055315" y="0"/>
                  </a:lnTo>
                  <a:lnTo>
                    <a:pt x="3116381" y="8007"/>
                  </a:lnTo>
                  <a:lnTo>
                    <a:pt x="3173399" y="31673"/>
                  </a:lnTo>
                  <a:lnTo>
                    <a:pt x="3222399" y="69211"/>
                  </a:lnTo>
                  <a:lnTo>
                    <a:pt x="3259797" y="118084"/>
                  </a:lnTo>
                  <a:lnTo>
                    <a:pt x="3283464" y="175091"/>
                  </a:lnTo>
                  <a:lnTo>
                    <a:pt x="3291471" y="236156"/>
                  </a:lnTo>
                  <a:lnTo>
                    <a:pt x="3291840" y="1180795"/>
                  </a:lnTo>
                  <a:lnTo>
                    <a:pt x="3289825" y="1211649"/>
                  </a:lnTo>
                  <a:lnTo>
                    <a:pt x="3283826" y="1241861"/>
                  </a:lnTo>
                  <a:lnTo>
                    <a:pt x="3260153" y="1298879"/>
                  </a:lnTo>
                  <a:lnTo>
                    <a:pt x="3222626" y="1347884"/>
                  </a:lnTo>
                  <a:lnTo>
                    <a:pt x="3173755" y="1385277"/>
                  </a:lnTo>
                  <a:lnTo>
                    <a:pt x="3116737" y="1408950"/>
                  </a:lnTo>
                  <a:lnTo>
                    <a:pt x="3055670" y="1416964"/>
                  </a:lnTo>
                  <a:lnTo>
                    <a:pt x="236156" y="1417319"/>
                  </a:lnTo>
                  <a:lnTo>
                    <a:pt x="175090" y="1409312"/>
                  </a:lnTo>
                  <a:lnTo>
                    <a:pt x="118071" y="1385646"/>
                  </a:lnTo>
                  <a:lnTo>
                    <a:pt x="69072" y="1348108"/>
                  </a:lnTo>
                  <a:lnTo>
                    <a:pt x="31673" y="1299235"/>
                  </a:lnTo>
                  <a:lnTo>
                    <a:pt x="8007" y="1242228"/>
                  </a:lnTo>
                  <a:lnTo>
                    <a:pt x="0" y="1181163"/>
                  </a:lnTo>
                  <a:lnTo>
                    <a:pt x="0" y="236156"/>
                  </a:lnTo>
                  <a:close/>
                </a:path>
              </a:pathLst>
            </a:custGeom>
            <a:ln w="9359">
              <a:solidFill>
                <a:srgbClr val="275E95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72985" y="1557600"/>
            <a:ext cx="2116455" cy="78105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900" b="1" spc="-25" dirty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250</a:t>
            </a:r>
            <a:endParaRPr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Synthetic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sites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monitored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389844" y="1487144"/>
            <a:ext cx="3381375" cy="1506855"/>
            <a:chOff x="4389844" y="1487144"/>
            <a:chExt cx="3381375" cy="150685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89844" y="1487144"/>
              <a:ext cx="3381120" cy="150625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434484" y="1508759"/>
              <a:ext cx="3291840" cy="1417320"/>
            </a:xfrm>
            <a:custGeom>
              <a:avLst/>
              <a:gdLst/>
              <a:ahLst/>
              <a:cxnLst/>
              <a:rect l="l" t="t" r="r" b="b"/>
              <a:pathLst>
                <a:path w="3291840" h="1417320">
                  <a:moveTo>
                    <a:pt x="3055315" y="0"/>
                  </a:moveTo>
                  <a:lnTo>
                    <a:pt x="236156" y="0"/>
                  </a:lnTo>
                  <a:lnTo>
                    <a:pt x="205302" y="2012"/>
                  </a:lnTo>
                  <a:lnTo>
                    <a:pt x="145889" y="17916"/>
                  </a:lnTo>
                  <a:lnTo>
                    <a:pt x="92324" y="48770"/>
                  </a:lnTo>
                  <a:lnTo>
                    <a:pt x="48885" y="92331"/>
                  </a:lnTo>
                  <a:lnTo>
                    <a:pt x="17916" y="145895"/>
                  </a:lnTo>
                  <a:lnTo>
                    <a:pt x="2012" y="205302"/>
                  </a:lnTo>
                  <a:lnTo>
                    <a:pt x="0" y="236156"/>
                  </a:lnTo>
                  <a:lnTo>
                    <a:pt x="0" y="1181163"/>
                  </a:lnTo>
                  <a:lnTo>
                    <a:pt x="1988" y="1211649"/>
                  </a:lnTo>
                  <a:lnTo>
                    <a:pt x="2012" y="1212017"/>
                  </a:lnTo>
                  <a:lnTo>
                    <a:pt x="7934" y="1241861"/>
                  </a:lnTo>
                  <a:lnTo>
                    <a:pt x="8007" y="1242228"/>
                  </a:lnTo>
                  <a:lnTo>
                    <a:pt x="17793" y="1271061"/>
                  </a:lnTo>
                  <a:lnTo>
                    <a:pt x="17916" y="1271424"/>
                  </a:lnTo>
                  <a:lnTo>
                    <a:pt x="48770" y="1324988"/>
                  </a:lnTo>
                  <a:lnTo>
                    <a:pt x="92274" y="1368394"/>
                  </a:lnTo>
                  <a:lnTo>
                    <a:pt x="145889" y="1399403"/>
                  </a:lnTo>
                  <a:lnTo>
                    <a:pt x="205302" y="1415307"/>
                  </a:lnTo>
                  <a:lnTo>
                    <a:pt x="236156" y="1417319"/>
                  </a:lnTo>
                  <a:lnTo>
                    <a:pt x="3055670" y="1416964"/>
                  </a:lnTo>
                  <a:lnTo>
                    <a:pt x="3116737" y="1408950"/>
                  </a:lnTo>
                  <a:lnTo>
                    <a:pt x="3173755" y="1385277"/>
                  </a:lnTo>
                  <a:lnTo>
                    <a:pt x="3222626" y="1347884"/>
                  </a:lnTo>
                  <a:lnTo>
                    <a:pt x="3260153" y="1298879"/>
                  </a:lnTo>
                  <a:lnTo>
                    <a:pt x="3283701" y="1242228"/>
                  </a:lnTo>
                  <a:lnTo>
                    <a:pt x="3283826" y="1241861"/>
                  </a:lnTo>
                  <a:lnTo>
                    <a:pt x="3289751" y="1212017"/>
                  </a:lnTo>
                  <a:lnTo>
                    <a:pt x="3289825" y="1211649"/>
                  </a:lnTo>
                  <a:lnTo>
                    <a:pt x="3291815" y="1181163"/>
                  </a:lnTo>
                  <a:lnTo>
                    <a:pt x="3291471" y="236156"/>
                  </a:lnTo>
                  <a:lnTo>
                    <a:pt x="3283464" y="175091"/>
                  </a:lnTo>
                  <a:lnTo>
                    <a:pt x="3259797" y="118084"/>
                  </a:lnTo>
                  <a:lnTo>
                    <a:pt x="3222399" y="69211"/>
                  </a:lnTo>
                  <a:lnTo>
                    <a:pt x="3173399" y="31673"/>
                  </a:lnTo>
                  <a:lnTo>
                    <a:pt x="3116381" y="8007"/>
                  </a:lnTo>
                  <a:lnTo>
                    <a:pt x="3086169" y="2012"/>
                  </a:lnTo>
                  <a:lnTo>
                    <a:pt x="3055315" y="0"/>
                  </a:lnTo>
                  <a:close/>
                </a:path>
              </a:pathLst>
            </a:custGeom>
            <a:solidFill>
              <a:srgbClr val="EFF3F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4434484" y="1508759"/>
              <a:ext cx="3291840" cy="1417320"/>
            </a:xfrm>
            <a:custGeom>
              <a:avLst/>
              <a:gdLst/>
              <a:ahLst/>
              <a:cxnLst/>
              <a:rect l="l" t="t" r="r" b="b"/>
              <a:pathLst>
                <a:path w="3291840" h="1417320">
                  <a:moveTo>
                    <a:pt x="0" y="236156"/>
                  </a:moveTo>
                  <a:lnTo>
                    <a:pt x="2012" y="205302"/>
                  </a:lnTo>
                  <a:lnTo>
                    <a:pt x="8007" y="175091"/>
                  </a:lnTo>
                  <a:lnTo>
                    <a:pt x="31673" y="118084"/>
                  </a:lnTo>
                  <a:lnTo>
                    <a:pt x="69205" y="69073"/>
                  </a:lnTo>
                  <a:lnTo>
                    <a:pt x="118071" y="31673"/>
                  </a:lnTo>
                  <a:lnTo>
                    <a:pt x="175090" y="8007"/>
                  </a:lnTo>
                  <a:lnTo>
                    <a:pt x="236156" y="0"/>
                  </a:lnTo>
                  <a:lnTo>
                    <a:pt x="3055315" y="0"/>
                  </a:lnTo>
                  <a:lnTo>
                    <a:pt x="3116381" y="8007"/>
                  </a:lnTo>
                  <a:lnTo>
                    <a:pt x="3173399" y="31673"/>
                  </a:lnTo>
                  <a:lnTo>
                    <a:pt x="3222399" y="69211"/>
                  </a:lnTo>
                  <a:lnTo>
                    <a:pt x="3259797" y="118084"/>
                  </a:lnTo>
                  <a:lnTo>
                    <a:pt x="3283464" y="175091"/>
                  </a:lnTo>
                  <a:lnTo>
                    <a:pt x="3291471" y="236156"/>
                  </a:lnTo>
                  <a:lnTo>
                    <a:pt x="3291839" y="1180795"/>
                  </a:lnTo>
                  <a:lnTo>
                    <a:pt x="3289825" y="1211649"/>
                  </a:lnTo>
                  <a:lnTo>
                    <a:pt x="3283826" y="1241861"/>
                  </a:lnTo>
                  <a:lnTo>
                    <a:pt x="3260153" y="1298879"/>
                  </a:lnTo>
                  <a:lnTo>
                    <a:pt x="3222626" y="1347884"/>
                  </a:lnTo>
                  <a:lnTo>
                    <a:pt x="3173755" y="1385277"/>
                  </a:lnTo>
                  <a:lnTo>
                    <a:pt x="3116737" y="1408950"/>
                  </a:lnTo>
                  <a:lnTo>
                    <a:pt x="3055670" y="1416964"/>
                  </a:lnTo>
                  <a:lnTo>
                    <a:pt x="236156" y="1417319"/>
                  </a:lnTo>
                  <a:lnTo>
                    <a:pt x="175090" y="1409312"/>
                  </a:lnTo>
                  <a:lnTo>
                    <a:pt x="118071" y="1385646"/>
                  </a:lnTo>
                  <a:lnTo>
                    <a:pt x="69072" y="1348108"/>
                  </a:lnTo>
                  <a:lnTo>
                    <a:pt x="31673" y="1299235"/>
                  </a:lnTo>
                  <a:lnTo>
                    <a:pt x="8007" y="1242228"/>
                  </a:lnTo>
                  <a:lnTo>
                    <a:pt x="0" y="1181163"/>
                  </a:lnTo>
                  <a:lnTo>
                    <a:pt x="0" y="236156"/>
                  </a:lnTo>
                  <a:close/>
                </a:path>
              </a:pathLst>
            </a:custGeom>
            <a:ln w="9359">
              <a:solidFill>
                <a:srgbClr val="36815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676305" y="1557600"/>
            <a:ext cx="1713864" cy="78105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900" b="1" spc="-50" dirty="0">
                <a:solidFill>
                  <a:srgbClr val="3681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Regions</a:t>
            </a:r>
            <a:r>
              <a:rPr sz="1600" spc="-2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represented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093164" y="1487144"/>
            <a:ext cx="3381375" cy="1506855"/>
            <a:chOff x="8093164" y="1487144"/>
            <a:chExt cx="3381375" cy="150685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93164" y="1487144"/>
              <a:ext cx="3381121" cy="150625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137804" y="1508759"/>
              <a:ext cx="3291840" cy="1417320"/>
            </a:xfrm>
            <a:custGeom>
              <a:avLst/>
              <a:gdLst/>
              <a:ahLst/>
              <a:cxnLst/>
              <a:rect l="l" t="t" r="r" b="b"/>
              <a:pathLst>
                <a:path w="3291840" h="1417320">
                  <a:moveTo>
                    <a:pt x="3055315" y="0"/>
                  </a:moveTo>
                  <a:lnTo>
                    <a:pt x="236156" y="0"/>
                  </a:lnTo>
                  <a:lnTo>
                    <a:pt x="205302" y="2012"/>
                  </a:lnTo>
                  <a:lnTo>
                    <a:pt x="145889" y="17916"/>
                  </a:lnTo>
                  <a:lnTo>
                    <a:pt x="92324" y="48770"/>
                  </a:lnTo>
                  <a:lnTo>
                    <a:pt x="48885" y="92331"/>
                  </a:lnTo>
                  <a:lnTo>
                    <a:pt x="17916" y="145895"/>
                  </a:lnTo>
                  <a:lnTo>
                    <a:pt x="2012" y="205302"/>
                  </a:lnTo>
                  <a:lnTo>
                    <a:pt x="0" y="236156"/>
                  </a:lnTo>
                  <a:lnTo>
                    <a:pt x="0" y="1181163"/>
                  </a:lnTo>
                  <a:lnTo>
                    <a:pt x="1988" y="1211649"/>
                  </a:lnTo>
                  <a:lnTo>
                    <a:pt x="2012" y="1212017"/>
                  </a:lnTo>
                  <a:lnTo>
                    <a:pt x="7934" y="1241861"/>
                  </a:lnTo>
                  <a:lnTo>
                    <a:pt x="8007" y="1242228"/>
                  </a:lnTo>
                  <a:lnTo>
                    <a:pt x="17793" y="1271061"/>
                  </a:lnTo>
                  <a:lnTo>
                    <a:pt x="17916" y="1271424"/>
                  </a:lnTo>
                  <a:lnTo>
                    <a:pt x="48770" y="1324988"/>
                  </a:lnTo>
                  <a:lnTo>
                    <a:pt x="92274" y="1368394"/>
                  </a:lnTo>
                  <a:lnTo>
                    <a:pt x="145889" y="1399403"/>
                  </a:lnTo>
                  <a:lnTo>
                    <a:pt x="205302" y="1415307"/>
                  </a:lnTo>
                  <a:lnTo>
                    <a:pt x="236156" y="1417319"/>
                  </a:lnTo>
                  <a:lnTo>
                    <a:pt x="3055670" y="1416964"/>
                  </a:lnTo>
                  <a:lnTo>
                    <a:pt x="3116737" y="1408950"/>
                  </a:lnTo>
                  <a:lnTo>
                    <a:pt x="3173755" y="1385277"/>
                  </a:lnTo>
                  <a:lnTo>
                    <a:pt x="3222626" y="1347884"/>
                  </a:lnTo>
                  <a:lnTo>
                    <a:pt x="3260153" y="1298879"/>
                  </a:lnTo>
                  <a:lnTo>
                    <a:pt x="3283701" y="1242228"/>
                  </a:lnTo>
                  <a:lnTo>
                    <a:pt x="3283826" y="1241861"/>
                  </a:lnTo>
                  <a:lnTo>
                    <a:pt x="3289751" y="1212017"/>
                  </a:lnTo>
                  <a:lnTo>
                    <a:pt x="3289825" y="1211649"/>
                  </a:lnTo>
                  <a:lnTo>
                    <a:pt x="3291815" y="1181163"/>
                  </a:lnTo>
                  <a:lnTo>
                    <a:pt x="3291471" y="236156"/>
                  </a:lnTo>
                  <a:lnTo>
                    <a:pt x="3283464" y="175091"/>
                  </a:lnTo>
                  <a:lnTo>
                    <a:pt x="3259797" y="118084"/>
                  </a:lnTo>
                  <a:lnTo>
                    <a:pt x="3222399" y="69211"/>
                  </a:lnTo>
                  <a:lnTo>
                    <a:pt x="3173399" y="31673"/>
                  </a:lnTo>
                  <a:lnTo>
                    <a:pt x="3116381" y="8007"/>
                  </a:lnTo>
                  <a:lnTo>
                    <a:pt x="3086169" y="2012"/>
                  </a:lnTo>
                  <a:lnTo>
                    <a:pt x="3055315" y="0"/>
                  </a:lnTo>
                  <a:close/>
                </a:path>
              </a:pathLst>
            </a:custGeom>
            <a:solidFill>
              <a:srgbClr val="EFF3F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8137804" y="1508759"/>
              <a:ext cx="3291840" cy="1417320"/>
            </a:xfrm>
            <a:custGeom>
              <a:avLst/>
              <a:gdLst/>
              <a:ahLst/>
              <a:cxnLst/>
              <a:rect l="l" t="t" r="r" b="b"/>
              <a:pathLst>
                <a:path w="3291840" h="1417320">
                  <a:moveTo>
                    <a:pt x="0" y="236156"/>
                  </a:moveTo>
                  <a:lnTo>
                    <a:pt x="2012" y="205302"/>
                  </a:lnTo>
                  <a:lnTo>
                    <a:pt x="8007" y="175091"/>
                  </a:lnTo>
                  <a:lnTo>
                    <a:pt x="31673" y="118084"/>
                  </a:lnTo>
                  <a:lnTo>
                    <a:pt x="69205" y="69073"/>
                  </a:lnTo>
                  <a:lnTo>
                    <a:pt x="118071" y="31673"/>
                  </a:lnTo>
                  <a:lnTo>
                    <a:pt x="175090" y="8007"/>
                  </a:lnTo>
                  <a:lnTo>
                    <a:pt x="236156" y="0"/>
                  </a:lnTo>
                  <a:lnTo>
                    <a:pt x="3055315" y="0"/>
                  </a:lnTo>
                  <a:lnTo>
                    <a:pt x="3116381" y="8007"/>
                  </a:lnTo>
                  <a:lnTo>
                    <a:pt x="3173399" y="31673"/>
                  </a:lnTo>
                  <a:lnTo>
                    <a:pt x="3222399" y="69211"/>
                  </a:lnTo>
                  <a:lnTo>
                    <a:pt x="3259797" y="118084"/>
                  </a:lnTo>
                  <a:lnTo>
                    <a:pt x="3283464" y="175091"/>
                  </a:lnTo>
                  <a:lnTo>
                    <a:pt x="3291471" y="236156"/>
                  </a:lnTo>
                  <a:lnTo>
                    <a:pt x="3291839" y="1180795"/>
                  </a:lnTo>
                  <a:lnTo>
                    <a:pt x="3289825" y="1211649"/>
                  </a:lnTo>
                  <a:lnTo>
                    <a:pt x="3283826" y="1241861"/>
                  </a:lnTo>
                  <a:lnTo>
                    <a:pt x="3260153" y="1298879"/>
                  </a:lnTo>
                  <a:lnTo>
                    <a:pt x="3222626" y="1347884"/>
                  </a:lnTo>
                  <a:lnTo>
                    <a:pt x="3173755" y="1385277"/>
                  </a:lnTo>
                  <a:lnTo>
                    <a:pt x="3116737" y="1408950"/>
                  </a:lnTo>
                  <a:lnTo>
                    <a:pt x="3055670" y="1416964"/>
                  </a:lnTo>
                  <a:lnTo>
                    <a:pt x="236156" y="1417319"/>
                  </a:lnTo>
                  <a:lnTo>
                    <a:pt x="175090" y="1409312"/>
                  </a:lnTo>
                  <a:lnTo>
                    <a:pt x="118071" y="1385646"/>
                  </a:lnTo>
                  <a:lnTo>
                    <a:pt x="69072" y="1348108"/>
                  </a:lnTo>
                  <a:lnTo>
                    <a:pt x="31673" y="1299235"/>
                  </a:lnTo>
                  <a:lnTo>
                    <a:pt x="8007" y="1242228"/>
                  </a:lnTo>
                  <a:lnTo>
                    <a:pt x="0" y="1181163"/>
                  </a:lnTo>
                  <a:lnTo>
                    <a:pt x="0" y="236156"/>
                  </a:lnTo>
                  <a:close/>
                </a:path>
              </a:pathLst>
            </a:custGeom>
            <a:ln w="9359">
              <a:solidFill>
                <a:srgbClr val="B8404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379624" y="1557600"/>
            <a:ext cx="2014855" cy="78105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900" b="1" spc="-25" dirty="0">
                <a:solidFill>
                  <a:srgbClr val="B8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Maximum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86523" y="3315944"/>
            <a:ext cx="3381375" cy="1506855"/>
            <a:chOff x="686523" y="3315944"/>
            <a:chExt cx="3381375" cy="1506855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523" y="3315944"/>
              <a:ext cx="3381121" cy="150625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31164" y="3337559"/>
              <a:ext cx="3291840" cy="1417320"/>
            </a:xfrm>
            <a:custGeom>
              <a:avLst/>
              <a:gdLst/>
              <a:ahLst/>
              <a:cxnLst/>
              <a:rect l="l" t="t" r="r" b="b"/>
              <a:pathLst>
                <a:path w="3291840" h="1417320">
                  <a:moveTo>
                    <a:pt x="3055315" y="0"/>
                  </a:moveTo>
                  <a:lnTo>
                    <a:pt x="236156" y="0"/>
                  </a:lnTo>
                  <a:lnTo>
                    <a:pt x="205302" y="2012"/>
                  </a:lnTo>
                  <a:lnTo>
                    <a:pt x="145889" y="17916"/>
                  </a:lnTo>
                  <a:lnTo>
                    <a:pt x="92324" y="48770"/>
                  </a:lnTo>
                  <a:lnTo>
                    <a:pt x="48885" y="92331"/>
                  </a:lnTo>
                  <a:lnTo>
                    <a:pt x="17916" y="145895"/>
                  </a:lnTo>
                  <a:lnTo>
                    <a:pt x="2012" y="205302"/>
                  </a:lnTo>
                  <a:lnTo>
                    <a:pt x="0" y="236156"/>
                  </a:lnTo>
                  <a:lnTo>
                    <a:pt x="0" y="1181163"/>
                  </a:lnTo>
                  <a:lnTo>
                    <a:pt x="1988" y="1211649"/>
                  </a:lnTo>
                  <a:lnTo>
                    <a:pt x="2012" y="1212017"/>
                  </a:lnTo>
                  <a:lnTo>
                    <a:pt x="7934" y="1241861"/>
                  </a:lnTo>
                  <a:lnTo>
                    <a:pt x="8007" y="1242228"/>
                  </a:lnTo>
                  <a:lnTo>
                    <a:pt x="17793" y="1271061"/>
                  </a:lnTo>
                  <a:lnTo>
                    <a:pt x="48770" y="1324988"/>
                  </a:lnTo>
                  <a:lnTo>
                    <a:pt x="92274" y="1368394"/>
                  </a:lnTo>
                  <a:lnTo>
                    <a:pt x="145889" y="1399403"/>
                  </a:lnTo>
                  <a:lnTo>
                    <a:pt x="205302" y="1415307"/>
                  </a:lnTo>
                  <a:lnTo>
                    <a:pt x="236156" y="1417320"/>
                  </a:lnTo>
                  <a:lnTo>
                    <a:pt x="3055670" y="1416964"/>
                  </a:lnTo>
                  <a:lnTo>
                    <a:pt x="3116737" y="1408950"/>
                  </a:lnTo>
                  <a:lnTo>
                    <a:pt x="3173755" y="1385277"/>
                  </a:lnTo>
                  <a:lnTo>
                    <a:pt x="3222626" y="1347884"/>
                  </a:lnTo>
                  <a:lnTo>
                    <a:pt x="3260153" y="1298879"/>
                  </a:lnTo>
                  <a:lnTo>
                    <a:pt x="3283701" y="1242228"/>
                  </a:lnTo>
                  <a:lnTo>
                    <a:pt x="3283826" y="1241861"/>
                  </a:lnTo>
                  <a:lnTo>
                    <a:pt x="3289751" y="1212017"/>
                  </a:lnTo>
                  <a:lnTo>
                    <a:pt x="3289825" y="1211649"/>
                  </a:lnTo>
                  <a:lnTo>
                    <a:pt x="3291815" y="1181163"/>
                  </a:lnTo>
                  <a:lnTo>
                    <a:pt x="3291840" y="1180795"/>
                  </a:lnTo>
                  <a:lnTo>
                    <a:pt x="3291471" y="236156"/>
                  </a:lnTo>
                  <a:lnTo>
                    <a:pt x="3283464" y="175091"/>
                  </a:lnTo>
                  <a:lnTo>
                    <a:pt x="3259797" y="118084"/>
                  </a:lnTo>
                  <a:lnTo>
                    <a:pt x="3222399" y="69211"/>
                  </a:lnTo>
                  <a:lnTo>
                    <a:pt x="3173399" y="31673"/>
                  </a:lnTo>
                  <a:lnTo>
                    <a:pt x="3116381" y="8007"/>
                  </a:lnTo>
                  <a:lnTo>
                    <a:pt x="3086169" y="2012"/>
                  </a:lnTo>
                  <a:lnTo>
                    <a:pt x="3055315" y="0"/>
                  </a:lnTo>
                  <a:close/>
                </a:path>
              </a:pathLst>
            </a:custGeom>
            <a:solidFill>
              <a:srgbClr val="EFF3F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731164" y="3337559"/>
              <a:ext cx="3291840" cy="1417320"/>
            </a:xfrm>
            <a:custGeom>
              <a:avLst/>
              <a:gdLst/>
              <a:ahLst/>
              <a:cxnLst/>
              <a:rect l="l" t="t" r="r" b="b"/>
              <a:pathLst>
                <a:path w="3291840" h="1417320">
                  <a:moveTo>
                    <a:pt x="0" y="236156"/>
                  </a:moveTo>
                  <a:lnTo>
                    <a:pt x="2012" y="205302"/>
                  </a:lnTo>
                  <a:lnTo>
                    <a:pt x="8007" y="175091"/>
                  </a:lnTo>
                  <a:lnTo>
                    <a:pt x="31673" y="118084"/>
                  </a:lnTo>
                  <a:lnTo>
                    <a:pt x="69205" y="69073"/>
                  </a:lnTo>
                  <a:lnTo>
                    <a:pt x="118071" y="31673"/>
                  </a:lnTo>
                  <a:lnTo>
                    <a:pt x="175090" y="8007"/>
                  </a:lnTo>
                  <a:lnTo>
                    <a:pt x="236156" y="0"/>
                  </a:lnTo>
                  <a:lnTo>
                    <a:pt x="3055315" y="0"/>
                  </a:lnTo>
                  <a:lnTo>
                    <a:pt x="3116381" y="8007"/>
                  </a:lnTo>
                  <a:lnTo>
                    <a:pt x="3173399" y="31673"/>
                  </a:lnTo>
                  <a:lnTo>
                    <a:pt x="3222399" y="69211"/>
                  </a:lnTo>
                  <a:lnTo>
                    <a:pt x="3259797" y="118084"/>
                  </a:lnTo>
                  <a:lnTo>
                    <a:pt x="3283464" y="175091"/>
                  </a:lnTo>
                  <a:lnTo>
                    <a:pt x="3291471" y="236156"/>
                  </a:lnTo>
                  <a:lnTo>
                    <a:pt x="3291840" y="1180795"/>
                  </a:lnTo>
                  <a:lnTo>
                    <a:pt x="3289825" y="1211649"/>
                  </a:lnTo>
                  <a:lnTo>
                    <a:pt x="3283826" y="1241861"/>
                  </a:lnTo>
                  <a:lnTo>
                    <a:pt x="3260153" y="1298879"/>
                  </a:lnTo>
                  <a:lnTo>
                    <a:pt x="3222626" y="1347884"/>
                  </a:lnTo>
                  <a:lnTo>
                    <a:pt x="3173755" y="1385277"/>
                  </a:lnTo>
                  <a:lnTo>
                    <a:pt x="3116737" y="1408950"/>
                  </a:lnTo>
                  <a:lnTo>
                    <a:pt x="3055670" y="1416964"/>
                  </a:lnTo>
                  <a:lnTo>
                    <a:pt x="236156" y="1417320"/>
                  </a:lnTo>
                  <a:lnTo>
                    <a:pt x="175090" y="1409312"/>
                  </a:lnTo>
                  <a:lnTo>
                    <a:pt x="118071" y="1385646"/>
                  </a:lnTo>
                  <a:lnTo>
                    <a:pt x="69072" y="1348108"/>
                  </a:lnTo>
                  <a:lnTo>
                    <a:pt x="31673" y="1299235"/>
                  </a:lnTo>
                  <a:lnTo>
                    <a:pt x="8007" y="1242228"/>
                  </a:lnTo>
                  <a:lnTo>
                    <a:pt x="0" y="1181163"/>
                  </a:lnTo>
                  <a:lnTo>
                    <a:pt x="0" y="236156"/>
                  </a:lnTo>
                  <a:close/>
                </a:path>
              </a:pathLst>
            </a:custGeom>
            <a:ln w="9359">
              <a:solidFill>
                <a:srgbClr val="BD862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72985" y="3386400"/>
            <a:ext cx="2558415" cy="78105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900" b="1" dirty="0">
                <a:solidFill>
                  <a:srgbClr val="BD86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sz="1900" b="1" spc="-15" dirty="0">
                <a:solidFill>
                  <a:srgbClr val="BD86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spc="-10" dirty="0">
                <a:solidFill>
                  <a:srgbClr val="BD86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levels</a:t>
            </a:r>
            <a:endParaRPr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</a:t>
            </a:r>
            <a:r>
              <a:rPr sz="1600" spc="-2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600" spc="-2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Minor</a:t>
            </a:r>
            <a:r>
              <a:rPr sz="1600" spc="-2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600" spc="-2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Administrative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389844" y="3315944"/>
            <a:ext cx="3381375" cy="1506855"/>
            <a:chOff x="4389844" y="3315944"/>
            <a:chExt cx="3381375" cy="1506855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89844" y="3315944"/>
              <a:ext cx="3381120" cy="150625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434484" y="3337559"/>
              <a:ext cx="3291840" cy="1417320"/>
            </a:xfrm>
            <a:custGeom>
              <a:avLst/>
              <a:gdLst/>
              <a:ahLst/>
              <a:cxnLst/>
              <a:rect l="l" t="t" r="r" b="b"/>
              <a:pathLst>
                <a:path w="3291840" h="1417320">
                  <a:moveTo>
                    <a:pt x="3055315" y="0"/>
                  </a:moveTo>
                  <a:lnTo>
                    <a:pt x="236156" y="0"/>
                  </a:lnTo>
                  <a:lnTo>
                    <a:pt x="205302" y="2012"/>
                  </a:lnTo>
                  <a:lnTo>
                    <a:pt x="145889" y="17916"/>
                  </a:lnTo>
                  <a:lnTo>
                    <a:pt x="92324" y="48770"/>
                  </a:lnTo>
                  <a:lnTo>
                    <a:pt x="48885" y="92331"/>
                  </a:lnTo>
                  <a:lnTo>
                    <a:pt x="17916" y="145895"/>
                  </a:lnTo>
                  <a:lnTo>
                    <a:pt x="2012" y="205302"/>
                  </a:lnTo>
                  <a:lnTo>
                    <a:pt x="0" y="236156"/>
                  </a:lnTo>
                  <a:lnTo>
                    <a:pt x="0" y="1181163"/>
                  </a:lnTo>
                  <a:lnTo>
                    <a:pt x="1988" y="1211649"/>
                  </a:lnTo>
                  <a:lnTo>
                    <a:pt x="2012" y="1212017"/>
                  </a:lnTo>
                  <a:lnTo>
                    <a:pt x="17793" y="1271061"/>
                  </a:lnTo>
                  <a:lnTo>
                    <a:pt x="48770" y="1324988"/>
                  </a:lnTo>
                  <a:lnTo>
                    <a:pt x="92274" y="1368394"/>
                  </a:lnTo>
                  <a:lnTo>
                    <a:pt x="145889" y="1399403"/>
                  </a:lnTo>
                  <a:lnTo>
                    <a:pt x="205302" y="1415307"/>
                  </a:lnTo>
                  <a:lnTo>
                    <a:pt x="236156" y="1417320"/>
                  </a:lnTo>
                  <a:lnTo>
                    <a:pt x="3055670" y="1416964"/>
                  </a:lnTo>
                  <a:lnTo>
                    <a:pt x="3116737" y="1408950"/>
                  </a:lnTo>
                  <a:lnTo>
                    <a:pt x="3173755" y="1385277"/>
                  </a:lnTo>
                  <a:lnTo>
                    <a:pt x="3222626" y="1347884"/>
                  </a:lnTo>
                  <a:lnTo>
                    <a:pt x="3260153" y="1298879"/>
                  </a:lnTo>
                  <a:lnTo>
                    <a:pt x="3283701" y="1242228"/>
                  </a:lnTo>
                  <a:lnTo>
                    <a:pt x="3283826" y="1241861"/>
                  </a:lnTo>
                  <a:lnTo>
                    <a:pt x="3289751" y="1212017"/>
                  </a:lnTo>
                  <a:lnTo>
                    <a:pt x="3289825" y="1211649"/>
                  </a:lnTo>
                  <a:lnTo>
                    <a:pt x="3291815" y="1181163"/>
                  </a:lnTo>
                  <a:lnTo>
                    <a:pt x="3291471" y="236156"/>
                  </a:lnTo>
                  <a:lnTo>
                    <a:pt x="3283464" y="175091"/>
                  </a:lnTo>
                  <a:lnTo>
                    <a:pt x="3259797" y="118084"/>
                  </a:lnTo>
                  <a:lnTo>
                    <a:pt x="3222399" y="69211"/>
                  </a:lnTo>
                  <a:lnTo>
                    <a:pt x="3173399" y="31673"/>
                  </a:lnTo>
                  <a:lnTo>
                    <a:pt x="3116381" y="8007"/>
                  </a:lnTo>
                  <a:lnTo>
                    <a:pt x="3086169" y="2012"/>
                  </a:lnTo>
                  <a:lnTo>
                    <a:pt x="3055315" y="0"/>
                  </a:lnTo>
                  <a:close/>
                </a:path>
              </a:pathLst>
            </a:custGeom>
            <a:solidFill>
              <a:srgbClr val="EFF3F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4434484" y="3337559"/>
              <a:ext cx="3291840" cy="1417320"/>
            </a:xfrm>
            <a:custGeom>
              <a:avLst/>
              <a:gdLst/>
              <a:ahLst/>
              <a:cxnLst/>
              <a:rect l="l" t="t" r="r" b="b"/>
              <a:pathLst>
                <a:path w="3291840" h="1417320">
                  <a:moveTo>
                    <a:pt x="0" y="236156"/>
                  </a:moveTo>
                  <a:lnTo>
                    <a:pt x="2012" y="205302"/>
                  </a:lnTo>
                  <a:lnTo>
                    <a:pt x="8007" y="175091"/>
                  </a:lnTo>
                  <a:lnTo>
                    <a:pt x="31673" y="118084"/>
                  </a:lnTo>
                  <a:lnTo>
                    <a:pt x="69205" y="69073"/>
                  </a:lnTo>
                  <a:lnTo>
                    <a:pt x="118071" y="31673"/>
                  </a:lnTo>
                  <a:lnTo>
                    <a:pt x="175090" y="8007"/>
                  </a:lnTo>
                  <a:lnTo>
                    <a:pt x="236156" y="0"/>
                  </a:lnTo>
                  <a:lnTo>
                    <a:pt x="3055315" y="0"/>
                  </a:lnTo>
                  <a:lnTo>
                    <a:pt x="3116381" y="8007"/>
                  </a:lnTo>
                  <a:lnTo>
                    <a:pt x="3173399" y="31673"/>
                  </a:lnTo>
                  <a:lnTo>
                    <a:pt x="3222399" y="69211"/>
                  </a:lnTo>
                  <a:lnTo>
                    <a:pt x="3259797" y="118084"/>
                  </a:lnTo>
                  <a:lnTo>
                    <a:pt x="3283464" y="175091"/>
                  </a:lnTo>
                  <a:lnTo>
                    <a:pt x="3291471" y="236156"/>
                  </a:lnTo>
                  <a:lnTo>
                    <a:pt x="3291839" y="1180795"/>
                  </a:lnTo>
                  <a:lnTo>
                    <a:pt x="3289825" y="1211649"/>
                  </a:lnTo>
                  <a:lnTo>
                    <a:pt x="3283826" y="1241861"/>
                  </a:lnTo>
                  <a:lnTo>
                    <a:pt x="3260153" y="1298879"/>
                  </a:lnTo>
                  <a:lnTo>
                    <a:pt x="3222626" y="1347884"/>
                  </a:lnTo>
                  <a:lnTo>
                    <a:pt x="3173755" y="1385277"/>
                  </a:lnTo>
                  <a:lnTo>
                    <a:pt x="3116737" y="1408950"/>
                  </a:lnTo>
                  <a:lnTo>
                    <a:pt x="3055670" y="1416964"/>
                  </a:lnTo>
                  <a:lnTo>
                    <a:pt x="236156" y="1417320"/>
                  </a:lnTo>
                  <a:lnTo>
                    <a:pt x="175090" y="1409312"/>
                  </a:lnTo>
                  <a:lnTo>
                    <a:pt x="118071" y="1385646"/>
                  </a:lnTo>
                  <a:lnTo>
                    <a:pt x="69072" y="1348108"/>
                  </a:lnTo>
                  <a:lnTo>
                    <a:pt x="31673" y="1299235"/>
                  </a:lnTo>
                  <a:lnTo>
                    <a:pt x="8007" y="1242228"/>
                  </a:lnTo>
                  <a:lnTo>
                    <a:pt x="0" y="1181163"/>
                  </a:lnTo>
                  <a:lnTo>
                    <a:pt x="0" y="236156"/>
                  </a:lnTo>
                  <a:close/>
                </a:path>
              </a:pathLst>
            </a:custGeom>
            <a:ln w="9359">
              <a:solidFill>
                <a:srgbClr val="275E95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676305" y="3386400"/>
            <a:ext cx="1908175" cy="78105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900" b="1" dirty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sz="1900" b="1" spc="-5" dirty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spc="-10" dirty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factors</a:t>
            </a:r>
            <a:endParaRPr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  <a:r>
              <a:rPr sz="1600" spc="-6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r>
              <a:rPr sz="1600" spc="-5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093164" y="3315944"/>
            <a:ext cx="3381375" cy="1506855"/>
            <a:chOff x="8093164" y="3315944"/>
            <a:chExt cx="3381375" cy="1506855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93164" y="3315944"/>
              <a:ext cx="3381121" cy="1506258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8137804" y="3337559"/>
              <a:ext cx="3291840" cy="1417320"/>
            </a:xfrm>
            <a:custGeom>
              <a:avLst/>
              <a:gdLst/>
              <a:ahLst/>
              <a:cxnLst/>
              <a:rect l="l" t="t" r="r" b="b"/>
              <a:pathLst>
                <a:path w="3291840" h="1417320">
                  <a:moveTo>
                    <a:pt x="3055315" y="0"/>
                  </a:moveTo>
                  <a:lnTo>
                    <a:pt x="236156" y="0"/>
                  </a:lnTo>
                  <a:lnTo>
                    <a:pt x="205302" y="2012"/>
                  </a:lnTo>
                  <a:lnTo>
                    <a:pt x="145889" y="17916"/>
                  </a:lnTo>
                  <a:lnTo>
                    <a:pt x="92324" y="48770"/>
                  </a:lnTo>
                  <a:lnTo>
                    <a:pt x="48885" y="92331"/>
                  </a:lnTo>
                  <a:lnTo>
                    <a:pt x="17916" y="145895"/>
                  </a:lnTo>
                  <a:lnTo>
                    <a:pt x="2012" y="205302"/>
                  </a:lnTo>
                  <a:lnTo>
                    <a:pt x="0" y="236156"/>
                  </a:lnTo>
                  <a:lnTo>
                    <a:pt x="0" y="1181163"/>
                  </a:lnTo>
                  <a:lnTo>
                    <a:pt x="1988" y="1211649"/>
                  </a:lnTo>
                  <a:lnTo>
                    <a:pt x="2012" y="1212017"/>
                  </a:lnTo>
                  <a:lnTo>
                    <a:pt x="7934" y="1241861"/>
                  </a:lnTo>
                  <a:lnTo>
                    <a:pt x="8007" y="1242228"/>
                  </a:lnTo>
                  <a:lnTo>
                    <a:pt x="17793" y="1271061"/>
                  </a:lnTo>
                  <a:lnTo>
                    <a:pt x="17916" y="1271424"/>
                  </a:lnTo>
                  <a:lnTo>
                    <a:pt x="48770" y="1324988"/>
                  </a:lnTo>
                  <a:lnTo>
                    <a:pt x="92274" y="1368394"/>
                  </a:lnTo>
                  <a:lnTo>
                    <a:pt x="145889" y="1399403"/>
                  </a:lnTo>
                  <a:lnTo>
                    <a:pt x="205302" y="1415307"/>
                  </a:lnTo>
                  <a:lnTo>
                    <a:pt x="236156" y="1417320"/>
                  </a:lnTo>
                  <a:lnTo>
                    <a:pt x="3055670" y="1416964"/>
                  </a:lnTo>
                  <a:lnTo>
                    <a:pt x="3116737" y="1408950"/>
                  </a:lnTo>
                  <a:lnTo>
                    <a:pt x="3173755" y="1385277"/>
                  </a:lnTo>
                  <a:lnTo>
                    <a:pt x="3222626" y="1347884"/>
                  </a:lnTo>
                  <a:lnTo>
                    <a:pt x="3260153" y="1298879"/>
                  </a:lnTo>
                  <a:lnTo>
                    <a:pt x="3283701" y="1242228"/>
                  </a:lnTo>
                  <a:lnTo>
                    <a:pt x="3283826" y="1241861"/>
                  </a:lnTo>
                  <a:lnTo>
                    <a:pt x="3289751" y="1212017"/>
                  </a:lnTo>
                  <a:lnTo>
                    <a:pt x="3289825" y="1211649"/>
                  </a:lnTo>
                  <a:lnTo>
                    <a:pt x="3291815" y="1181163"/>
                  </a:lnTo>
                  <a:lnTo>
                    <a:pt x="3291471" y="236156"/>
                  </a:lnTo>
                  <a:lnTo>
                    <a:pt x="3283464" y="175091"/>
                  </a:lnTo>
                  <a:lnTo>
                    <a:pt x="3259797" y="118084"/>
                  </a:lnTo>
                  <a:lnTo>
                    <a:pt x="3222399" y="69211"/>
                  </a:lnTo>
                  <a:lnTo>
                    <a:pt x="3173399" y="31673"/>
                  </a:lnTo>
                  <a:lnTo>
                    <a:pt x="3116381" y="8007"/>
                  </a:lnTo>
                  <a:lnTo>
                    <a:pt x="3086169" y="2012"/>
                  </a:lnTo>
                  <a:lnTo>
                    <a:pt x="3055315" y="0"/>
                  </a:lnTo>
                  <a:close/>
                </a:path>
              </a:pathLst>
            </a:custGeom>
            <a:solidFill>
              <a:srgbClr val="EFF3F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8137804" y="3337559"/>
              <a:ext cx="3291840" cy="1417320"/>
            </a:xfrm>
            <a:custGeom>
              <a:avLst/>
              <a:gdLst/>
              <a:ahLst/>
              <a:cxnLst/>
              <a:rect l="l" t="t" r="r" b="b"/>
              <a:pathLst>
                <a:path w="3291840" h="1417320">
                  <a:moveTo>
                    <a:pt x="0" y="236156"/>
                  </a:moveTo>
                  <a:lnTo>
                    <a:pt x="2012" y="205302"/>
                  </a:lnTo>
                  <a:lnTo>
                    <a:pt x="8007" y="175091"/>
                  </a:lnTo>
                  <a:lnTo>
                    <a:pt x="31673" y="118084"/>
                  </a:lnTo>
                  <a:lnTo>
                    <a:pt x="69205" y="69073"/>
                  </a:lnTo>
                  <a:lnTo>
                    <a:pt x="118071" y="31673"/>
                  </a:lnTo>
                  <a:lnTo>
                    <a:pt x="175090" y="8007"/>
                  </a:lnTo>
                  <a:lnTo>
                    <a:pt x="236156" y="0"/>
                  </a:lnTo>
                  <a:lnTo>
                    <a:pt x="3055315" y="0"/>
                  </a:lnTo>
                  <a:lnTo>
                    <a:pt x="3116381" y="8007"/>
                  </a:lnTo>
                  <a:lnTo>
                    <a:pt x="3173399" y="31673"/>
                  </a:lnTo>
                  <a:lnTo>
                    <a:pt x="3222399" y="69211"/>
                  </a:lnTo>
                  <a:lnTo>
                    <a:pt x="3259797" y="118084"/>
                  </a:lnTo>
                  <a:lnTo>
                    <a:pt x="3283464" y="175091"/>
                  </a:lnTo>
                  <a:lnTo>
                    <a:pt x="3291471" y="236156"/>
                  </a:lnTo>
                  <a:lnTo>
                    <a:pt x="3291839" y="1180795"/>
                  </a:lnTo>
                  <a:lnTo>
                    <a:pt x="3289825" y="1211649"/>
                  </a:lnTo>
                  <a:lnTo>
                    <a:pt x="3283826" y="1241861"/>
                  </a:lnTo>
                  <a:lnTo>
                    <a:pt x="3260153" y="1298879"/>
                  </a:lnTo>
                  <a:lnTo>
                    <a:pt x="3222626" y="1347884"/>
                  </a:lnTo>
                  <a:lnTo>
                    <a:pt x="3173755" y="1385277"/>
                  </a:lnTo>
                  <a:lnTo>
                    <a:pt x="3116737" y="1408950"/>
                  </a:lnTo>
                  <a:lnTo>
                    <a:pt x="3055670" y="1416964"/>
                  </a:lnTo>
                  <a:lnTo>
                    <a:pt x="236156" y="1417320"/>
                  </a:lnTo>
                  <a:lnTo>
                    <a:pt x="175090" y="1409312"/>
                  </a:lnTo>
                  <a:lnTo>
                    <a:pt x="118071" y="1385646"/>
                  </a:lnTo>
                  <a:lnTo>
                    <a:pt x="69072" y="1348108"/>
                  </a:lnTo>
                  <a:lnTo>
                    <a:pt x="31673" y="1299235"/>
                  </a:lnTo>
                  <a:lnTo>
                    <a:pt x="8007" y="1242228"/>
                  </a:lnTo>
                  <a:lnTo>
                    <a:pt x="0" y="1181163"/>
                  </a:lnTo>
                  <a:lnTo>
                    <a:pt x="0" y="236156"/>
                  </a:lnTo>
                  <a:close/>
                </a:path>
              </a:pathLst>
            </a:custGeom>
            <a:ln w="9359">
              <a:solidFill>
                <a:srgbClr val="36815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8379624" y="3386400"/>
            <a:ext cx="2345690" cy="1021433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900" b="1" dirty="0">
                <a:solidFill>
                  <a:srgbClr val="3681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1900" b="1" spc="-5" dirty="0">
                <a:solidFill>
                  <a:srgbClr val="3681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1" spc="-10" dirty="0">
                <a:solidFill>
                  <a:srgbClr val="3681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exports</a:t>
            </a:r>
            <a:endParaRPr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CSV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r>
              <a:rPr sz="16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</a:t>
            </a:r>
            <a:r>
              <a:rPr sz="16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xfrm>
            <a:off x="11603583" y="6484909"/>
            <a:ext cx="153670" cy="16030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99896" y="5106860"/>
            <a:ext cx="10285095" cy="64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225" indent="-136525">
              <a:lnSpc>
                <a:spcPct val="100000"/>
              </a:lnSpc>
              <a:spcBef>
                <a:spcPts val="100"/>
              </a:spcBef>
              <a:buChar char="•"/>
              <a:tabLst>
                <a:tab pos="149225" algn="l"/>
              </a:tabLst>
            </a:pPr>
            <a:r>
              <a:rPr sz="15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r>
              <a:rPr sz="1500" spc="-2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prioritize</a:t>
            </a:r>
            <a:r>
              <a:rPr sz="1500" spc="-1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2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</a:t>
            </a:r>
            <a:r>
              <a:rPr sz="15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  <a:r>
              <a:rPr sz="1500" spc="-1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sites,</a:t>
            </a:r>
            <a:r>
              <a:rPr sz="1500" spc="-1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investigate</a:t>
            </a:r>
            <a:r>
              <a:rPr sz="1500" spc="-1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deviations</a:t>
            </a:r>
            <a:r>
              <a:rPr sz="1500" spc="-1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15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2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severity,</a:t>
            </a:r>
            <a:r>
              <a:rPr sz="1500" spc="-1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500" spc="-1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turn</a:t>
            </a:r>
            <a:r>
              <a:rPr sz="1500" spc="-1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findings</a:t>
            </a:r>
            <a:r>
              <a:rPr sz="1500" spc="-1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sz="1500" spc="-1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2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corrective/preventive</a:t>
            </a:r>
            <a:r>
              <a:rPr sz="1500" spc="-1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actions.</a:t>
            </a:r>
            <a:endParaRPr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9225" indent="-136525">
              <a:lnSpc>
                <a:spcPct val="100000"/>
              </a:lnSpc>
              <a:spcBef>
                <a:spcPts val="1300"/>
              </a:spcBef>
              <a:buChar char="•"/>
              <a:tabLst>
                <a:tab pos="149225" algn="l"/>
              </a:tabLst>
            </a:pPr>
            <a:r>
              <a:rPr sz="15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5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sz="15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5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synthetic</a:t>
            </a:r>
            <a:r>
              <a:rPr sz="15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5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5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prototype</a:t>
            </a:r>
            <a:r>
              <a:rPr sz="15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rules/weights</a:t>
            </a:r>
            <a:r>
              <a:rPr sz="15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sz="15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15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reviewed</a:t>
            </a:r>
            <a:r>
              <a:rPr sz="15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15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</a:t>
            </a:r>
            <a:r>
              <a:rPr sz="15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5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regulatory</a:t>
            </a:r>
            <a:r>
              <a:rPr sz="15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leads</a:t>
            </a:r>
            <a:r>
              <a:rPr sz="15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sz="15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</a:t>
            </a:r>
            <a:r>
              <a:rPr sz="15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2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use.</a:t>
            </a:r>
            <a:endParaRPr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19432" y="686159"/>
            <a:ext cx="184365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6640" y="1252981"/>
            <a:ext cx="224135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Roles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62000" y="2133600"/>
            <a:ext cx="3473450" cy="1918335"/>
            <a:chOff x="686155" y="1486420"/>
            <a:chExt cx="3473450" cy="19183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155" y="1486420"/>
              <a:ext cx="3472916" cy="191809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30796" y="1508036"/>
              <a:ext cx="3383915" cy="1829435"/>
            </a:xfrm>
            <a:custGeom>
              <a:avLst/>
              <a:gdLst/>
              <a:ahLst/>
              <a:cxnLst/>
              <a:rect l="l" t="t" r="r" b="b"/>
              <a:pathLst>
                <a:path w="3383915" h="1829435">
                  <a:moveTo>
                    <a:pt x="305282" y="0"/>
                  </a:moveTo>
                  <a:lnTo>
                    <a:pt x="265332" y="2616"/>
                  </a:lnTo>
                  <a:lnTo>
                    <a:pt x="226261" y="10398"/>
                  </a:lnTo>
                  <a:lnTo>
                    <a:pt x="188541" y="23242"/>
                  </a:lnTo>
                  <a:lnTo>
                    <a:pt x="152641" y="41046"/>
                  </a:lnTo>
                  <a:lnTo>
                    <a:pt x="119563" y="63189"/>
                  </a:lnTo>
                  <a:lnTo>
                    <a:pt x="89690" y="89419"/>
                  </a:lnTo>
                  <a:lnTo>
                    <a:pt x="63394" y="119361"/>
                  </a:lnTo>
                  <a:lnTo>
                    <a:pt x="41046" y="152641"/>
                  </a:lnTo>
                  <a:lnTo>
                    <a:pt x="23449" y="188335"/>
                  </a:lnTo>
                  <a:lnTo>
                    <a:pt x="10715" y="225950"/>
                  </a:lnTo>
                  <a:lnTo>
                    <a:pt x="2977" y="264982"/>
                  </a:lnTo>
                  <a:lnTo>
                    <a:pt x="368" y="304926"/>
                  </a:lnTo>
                  <a:lnTo>
                    <a:pt x="0" y="1524241"/>
                  </a:lnTo>
                  <a:lnTo>
                    <a:pt x="2616" y="1564191"/>
                  </a:lnTo>
                  <a:lnTo>
                    <a:pt x="10398" y="1603262"/>
                  </a:lnTo>
                  <a:lnTo>
                    <a:pt x="23191" y="1640832"/>
                  </a:lnTo>
                  <a:lnTo>
                    <a:pt x="41046" y="1676882"/>
                  </a:lnTo>
                  <a:lnTo>
                    <a:pt x="63084" y="1709806"/>
                  </a:lnTo>
                  <a:lnTo>
                    <a:pt x="63189" y="1709962"/>
                  </a:lnTo>
                  <a:lnTo>
                    <a:pt x="89419" y="1739839"/>
                  </a:lnTo>
                  <a:lnTo>
                    <a:pt x="119361" y="1766140"/>
                  </a:lnTo>
                  <a:lnTo>
                    <a:pt x="152641" y="1788490"/>
                  </a:lnTo>
                  <a:lnTo>
                    <a:pt x="188335" y="1806081"/>
                  </a:lnTo>
                  <a:lnTo>
                    <a:pt x="225950" y="1818816"/>
                  </a:lnTo>
                  <a:lnTo>
                    <a:pt x="264982" y="1826557"/>
                  </a:lnTo>
                  <a:lnTo>
                    <a:pt x="304927" y="1829168"/>
                  </a:lnTo>
                  <a:lnTo>
                    <a:pt x="3078721" y="1829168"/>
                  </a:lnTo>
                  <a:lnTo>
                    <a:pt x="3118583" y="1826557"/>
                  </a:lnTo>
                  <a:lnTo>
                    <a:pt x="3157511" y="1818816"/>
                  </a:lnTo>
                  <a:lnTo>
                    <a:pt x="3195462" y="1805926"/>
                  </a:lnTo>
                  <a:lnTo>
                    <a:pt x="3231362" y="1788121"/>
                  </a:lnTo>
                  <a:lnTo>
                    <a:pt x="3264442" y="1765979"/>
                  </a:lnTo>
                  <a:lnTo>
                    <a:pt x="3294216" y="1739839"/>
                  </a:lnTo>
                  <a:lnTo>
                    <a:pt x="3320620" y="1709806"/>
                  </a:lnTo>
                  <a:lnTo>
                    <a:pt x="3342970" y="1676527"/>
                  </a:lnTo>
                  <a:lnTo>
                    <a:pt x="3360487" y="1640982"/>
                  </a:lnTo>
                  <a:lnTo>
                    <a:pt x="3373281" y="1603262"/>
                  </a:lnTo>
                  <a:lnTo>
                    <a:pt x="3381036" y="1564191"/>
                  </a:lnTo>
                  <a:lnTo>
                    <a:pt x="3383648" y="1524241"/>
                  </a:lnTo>
                  <a:lnTo>
                    <a:pt x="3383625" y="304926"/>
                  </a:lnTo>
                  <a:lnTo>
                    <a:pt x="3381031" y="265332"/>
                  </a:lnTo>
                  <a:lnTo>
                    <a:pt x="3373250" y="226261"/>
                  </a:lnTo>
                  <a:lnTo>
                    <a:pt x="3360406" y="188541"/>
                  </a:lnTo>
                  <a:lnTo>
                    <a:pt x="3342601" y="152641"/>
                  </a:lnTo>
                  <a:lnTo>
                    <a:pt x="3320459" y="119563"/>
                  </a:lnTo>
                  <a:lnTo>
                    <a:pt x="3294229" y="89690"/>
                  </a:lnTo>
                  <a:lnTo>
                    <a:pt x="3264286" y="63394"/>
                  </a:lnTo>
                  <a:lnTo>
                    <a:pt x="3231006" y="41046"/>
                  </a:lnTo>
                  <a:lnTo>
                    <a:pt x="3195312" y="23449"/>
                  </a:lnTo>
                  <a:lnTo>
                    <a:pt x="3157697" y="10715"/>
                  </a:lnTo>
                  <a:lnTo>
                    <a:pt x="3118666" y="2977"/>
                  </a:lnTo>
                  <a:lnTo>
                    <a:pt x="3078721" y="368"/>
                  </a:lnTo>
                  <a:lnTo>
                    <a:pt x="305282" y="0"/>
                  </a:lnTo>
                  <a:close/>
                </a:path>
              </a:pathLst>
            </a:custGeom>
            <a:solidFill>
              <a:srgbClr val="EFF3F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730796" y="1508036"/>
              <a:ext cx="3383915" cy="1829435"/>
            </a:xfrm>
            <a:custGeom>
              <a:avLst/>
              <a:gdLst/>
              <a:ahLst/>
              <a:cxnLst/>
              <a:rect l="l" t="t" r="r" b="b"/>
              <a:pathLst>
                <a:path w="3383915" h="1829435">
                  <a:moveTo>
                    <a:pt x="368" y="304926"/>
                  </a:moveTo>
                  <a:lnTo>
                    <a:pt x="2977" y="264982"/>
                  </a:lnTo>
                  <a:lnTo>
                    <a:pt x="10715" y="225950"/>
                  </a:lnTo>
                  <a:lnTo>
                    <a:pt x="23449" y="188335"/>
                  </a:lnTo>
                  <a:lnTo>
                    <a:pt x="41046" y="152641"/>
                  </a:lnTo>
                  <a:lnTo>
                    <a:pt x="63394" y="119361"/>
                  </a:lnTo>
                  <a:lnTo>
                    <a:pt x="89690" y="89419"/>
                  </a:lnTo>
                  <a:lnTo>
                    <a:pt x="119563" y="63189"/>
                  </a:lnTo>
                  <a:lnTo>
                    <a:pt x="152641" y="41046"/>
                  </a:lnTo>
                  <a:lnTo>
                    <a:pt x="188541" y="23242"/>
                  </a:lnTo>
                  <a:lnTo>
                    <a:pt x="226261" y="10398"/>
                  </a:lnTo>
                  <a:lnTo>
                    <a:pt x="265332" y="2616"/>
                  </a:lnTo>
                  <a:lnTo>
                    <a:pt x="305282" y="0"/>
                  </a:lnTo>
                  <a:lnTo>
                    <a:pt x="3078721" y="368"/>
                  </a:lnTo>
                  <a:lnTo>
                    <a:pt x="3118666" y="2977"/>
                  </a:lnTo>
                  <a:lnTo>
                    <a:pt x="3157697" y="10715"/>
                  </a:lnTo>
                  <a:lnTo>
                    <a:pt x="3195312" y="23449"/>
                  </a:lnTo>
                  <a:lnTo>
                    <a:pt x="3231006" y="41046"/>
                  </a:lnTo>
                  <a:lnTo>
                    <a:pt x="3264286" y="63394"/>
                  </a:lnTo>
                  <a:lnTo>
                    <a:pt x="3294229" y="89690"/>
                  </a:lnTo>
                  <a:lnTo>
                    <a:pt x="3320459" y="119563"/>
                  </a:lnTo>
                  <a:lnTo>
                    <a:pt x="3342601" y="152641"/>
                  </a:lnTo>
                  <a:lnTo>
                    <a:pt x="3360406" y="188541"/>
                  </a:lnTo>
                  <a:lnTo>
                    <a:pt x="3373250" y="226261"/>
                  </a:lnTo>
                  <a:lnTo>
                    <a:pt x="3381031" y="265332"/>
                  </a:lnTo>
                  <a:lnTo>
                    <a:pt x="3383648" y="305282"/>
                  </a:lnTo>
                  <a:lnTo>
                    <a:pt x="3383648" y="1524241"/>
                  </a:lnTo>
                  <a:lnTo>
                    <a:pt x="3381037" y="1564186"/>
                  </a:lnTo>
                  <a:lnTo>
                    <a:pt x="3373296" y="1603217"/>
                  </a:lnTo>
                  <a:lnTo>
                    <a:pt x="3360561" y="1640832"/>
                  </a:lnTo>
                  <a:lnTo>
                    <a:pt x="3342970" y="1676527"/>
                  </a:lnTo>
                  <a:lnTo>
                    <a:pt x="3320620" y="1709806"/>
                  </a:lnTo>
                  <a:lnTo>
                    <a:pt x="3294319" y="1739749"/>
                  </a:lnTo>
                  <a:lnTo>
                    <a:pt x="3264442" y="1765979"/>
                  </a:lnTo>
                  <a:lnTo>
                    <a:pt x="3231362" y="1788121"/>
                  </a:lnTo>
                  <a:lnTo>
                    <a:pt x="3195462" y="1805926"/>
                  </a:lnTo>
                  <a:lnTo>
                    <a:pt x="3157742" y="1818770"/>
                  </a:lnTo>
                  <a:lnTo>
                    <a:pt x="3118671" y="1826551"/>
                  </a:lnTo>
                  <a:lnTo>
                    <a:pt x="3078721" y="1829168"/>
                  </a:lnTo>
                  <a:lnTo>
                    <a:pt x="304927" y="1829168"/>
                  </a:lnTo>
                  <a:lnTo>
                    <a:pt x="264982" y="1826557"/>
                  </a:lnTo>
                  <a:lnTo>
                    <a:pt x="225950" y="1818816"/>
                  </a:lnTo>
                  <a:lnTo>
                    <a:pt x="188335" y="1806081"/>
                  </a:lnTo>
                  <a:lnTo>
                    <a:pt x="152641" y="1788490"/>
                  </a:lnTo>
                  <a:lnTo>
                    <a:pt x="119361" y="1766140"/>
                  </a:lnTo>
                  <a:lnTo>
                    <a:pt x="89419" y="1739839"/>
                  </a:lnTo>
                  <a:lnTo>
                    <a:pt x="63189" y="1709962"/>
                  </a:lnTo>
                  <a:lnTo>
                    <a:pt x="41046" y="1676882"/>
                  </a:lnTo>
                  <a:lnTo>
                    <a:pt x="23242" y="1640982"/>
                  </a:lnTo>
                  <a:lnTo>
                    <a:pt x="10398" y="1603262"/>
                  </a:lnTo>
                  <a:lnTo>
                    <a:pt x="2616" y="1564191"/>
                  </a:lnTo>
                  <a:lnTo>
                    <a:pt x="0" y="1524241"/>
                  </a:lnTo>
                  <a:lnTo>
                    <a:pt x="368" y="304926"/>
                  </a:lnTo>
                  <a:close/>
                </a:path>
              </a:pathLst>
            </a:custGeom>
            <a:ln w="9359">
              <a:solidFill>
                <a:srgbClr val="275E95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48829" y="2204424"/>
            <a:ext cx="2837016" cy="152157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lang="en-US" sz="1900" b="1" dirty="0" smtClean="0">
                <a:solidFill>
                  <a:srgbClr val="275E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HIYA SACHANIA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424180">
              <a:lnSpc>
                <a:spcPct val="100000"/>
              </a:lnSpc>
              <a:spcBef>
                <a:spcPts val="800"/>
              </a:spcBef>
            </a:pP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Role: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1600" spc="-10" dirty="0" smtClean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roblem </a:t>
            </a:r>
            <a:r>
              <a:rPr lang="en-US"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00" spc="-10" dirty="0" smtClean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esearch</a:t>
            </a:r>
            <a:r>
              <a:rPr lang="en-US" sz="1600" spc="-10" dirty="0" smtClean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/Development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ts val="1920"/>
              </a:lnSpc>
              <a:spcBef>
                <a:spcPts val="65"/>
              </a:spcBef>
            </a:pP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Built: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z="1600" spc="-5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framing,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-1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 smtClean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presentation, Live</a:t>
            </a:r>
            <a:r>
              <a:rPr lang="en-US" sz="1600" spc="-10" dirty="0" smtClean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dashboard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419600" y="2133600"/>
            <a:ext cx="3473450" cy="1918335"/>
            <a:chOff x="4343755" y="1486420"/>
            <a:chExt cx="3473450" cy="191833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43755" y="1486420"/>
              <a:ext cx="3472916" cy="191809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388396" y="1508036"/>
              <a:ext cx="3383915" cy="1829435"/>
            </a:xfrm>
            <a:custGeom>
              <a:avLst/>
              <a:gdLst/>
              <a:ahLst/>
              <a:cxnLst/>
              <a:rect l="l" t="t" r="r" b="b"/>
              <a:pathLst>
                <a:path w="3383915" h="1829435">
                  <a:moveTo>
                    <a:pt x="305282" y="0"/>
                  </a:moveTo>
                  <a:lnTo>
                    <a:pt x="265332" y="2616"/>
                  </a:lnTo>
                  <a:lnTo>
                    <a:pt x="226261" y="10398"/>
                  </a:lnTo>
                  <a:lnTo>
                    <a:pt x="188541" y="23242"/>
                  </a:lnTo>
                  <a:lnTo>
                    <a:pt x="152641" y="41046"/>
                  </a:lnTo>
                  <a:lnTo>
                    <a:pt x="119563" y="63189"/>
                  </a:lnTo>
                  <a:lnTo>
                    <a:pt x="89690" y="89419"/>
                  </a:lnTo>
                  <a:lnTo>
                    <a:pt x="63394" y="119361"/>
                  </a:lnTo>
                  <a:lnTo>
                    <a:pt x="41046" y="152641"/>
                  </a:lnTo>
                  <a:lnTo>
                    <a:pt x="23449" y="188335"/>
                  </a:lnTo>
                  <a:lnTo>
                    <a:pt x="10715" y="225950"/>
                  </a:lnTo>
                  <a:lnTo>
                    <a:pt x="2977" y="264982"/>
                  </a:lnTo>
                  <a:lnTo>
                    <a:pt x="368" y="304926"/>
                  </a:lnTo>
                  <a:lnTo>
                    <a:pt x="0" y="1524241"/>
                  </a:lnTo>
                  <a:lnTo>
                    <a:pt x="2616" y="1564191"/>
                  </a:lnTo>
                  <a:lnTo>
                    <a:pt x="10398" y="1603262"/>
                  </a:lnTo>
                  <a:lnTo>
                    <a:pt x="23191" y="1640832"/>
                  </a:lnTo>
                  <a:lnTo>
                    <a:pt x="41046" y="1676882"/>
                  </a:lnTo>
                  <a:lnTo>
                    <a:pt x="63084" y="1709806"/>
                  </a:lnTo>
                  <a:lnTo>
                    <a:pt x="63189" y="1709962"/>
                  </a:lnTo>
                  <a:lnTo>
                    <a:pt x="89419" y="1739839"/>
                  </a:lnTo>
                  <a:lnTo>
                    <a:pt x="119361" y="1766140"/>
                  </a:lnTo>
                  <a:lnTo>
                    <a:pt x="152641" y="1788490"/>
                  </a:lnTo>
                  <a:lnTo>
                    <a:pt x="188335" y="1806081"/>
                  </a:lnTo>
                  <a:lnTo>
                    <a:pt x="225950" y="1818816"/>
                  </a:lnTo>
                  <a:lnTo>
                    <a:pt x="264982" y="1826557"/>
                  </a:lnTo>
                  <a:lnTo>
                    <a:pt x="304926" y="1829168"/>
                  </a:lnTo>
                  <a:lnTo>
                    <a:pt x="3078721" y="1829168"/>
                  </a:lnTo>
                  <a:lnTo>
                    <a:pt x="3118583" y="1826557"/>
                  </a:lnTo>
                  <a:lnTo>
                    <a:pt x="3157511" y="1818816"/>
                  </a:lnTo>
                  <a:lnTo>
                    <a:pt x="3195462" y="1805926"/>
                  </a:lnTo>
                  <a:lnTo>
                    <a:pt x="3231362" y="1788121"/>
                  </a:lnTo>
                  <a:lnTo>
                    <a:pt x="3264442" y="1765979"/>
                  </a:lnTo>
                  <a:lnTo>
                    <a:pt x="3294216" y="1739839"/>
                  </a:lnTo>
                  <a:lnTo>
                    <a:pt x="3320620" y="1709806"/>
                  </a:lnTo>
                  <a:lnTo>
                    <a:pt x="3342970" y="1676527"/>
                  </a:lnTo>
                  <a:lnTo>
                    <a:pt x="3360487" y="1640982"/>
                  </a:lnTo>
                  <a:lnTo>
                    <a:pt x="3360561" y="1640832"/>
                  </a:lnTo>
                  <a:lnTo>
                    <a:pt x="3373281" y="1603262"/>
                  </a:lnTo>
                  <a:lnTo>
                    <a:pt x="3381036" y="1564191"/>
                  </a:lnTo>
                  <a:lnTo>
                    <a:pt x="3383648" y="1524241"/>
                  </a:lnTo>
                  <a:lnTo>
                    <a:pt x="3383625" y="304926"/>
                  </a:lnTo>
                  <a:lnTo>
                    <a:pt x="3381031" y="265332"/>
                  </a:lnTo>
                  <a:lnTo>
                    <a:pt x="3373250" y="226261"/>
                  </a:lnTo>
                  <a:lnTo>
                    <a:pt x="3360406" y="188541"/>
                  </a:lnTo>
                  <a:lnTo>
                    <a:pt x="3342601" y="152641"/>
                  </a:lnTo>
                  <a:lnTo>
                    <a:pt x="3320459" y="119563"/>
                  </a:lnTo>
                  <a:lnTo>
                    <a:pt x="3294229" y="89690"/>
                  </a:lnTo>
                  <a:lnTo>
                    <a:pt x="3264286" y="63394"/>
                  </a:lnTo>
                  <a:lnTo>
                    <a:pt x="3231006" y="41046"/>
                  </a:lnTo>
                  <a:lnTo>
                    <a:pt x="3195312" y="23449"/>
                  </a:lnTo>
                  <a:lnTo>
                    <a:pt x="3157697" y="10715"/>
                  </a:lnTo>
                  <a:lnTo>
                    <a:pt x="3118666" y="2977"/>
                  </a:lnTo>
                  <a:lnTo>
                    <a:pt x="3078721" y="368"/>
                  </a:lnTo>
                  <a:lnTo>
                    <a:pt x="305282" y="0"/>
                  </a:lnTo>
                  <a:close/>
                </a:path>
              </a:pathLst>
            </a:custGeom>
            <a:solidFill>
              <a:srgbClr val="EFF3F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4388396" y="1508036"/>
              <a:ext cx="3383915" cy="1829435"/>
            </a:xfrm>
            <a:custGeom>
              <a:avLst/>
              <a:gdLst/>
              <a:ahLst/>
              <a:cxnLst/>
              <a:rect l="l" t="t" r="r" b="b"/>
              <a:pathLst>
                <a:path w="3383915" h="1829435">
                  <a:moveTo>
                    <a:pt x="368" y="304926"/>
                  </a:moveTo>
                  <a:lnTo>
                    <a:pt x="2977" y="264982"/>
                  </a:lnTo>
                  <a:lnTo>
                    <a:pt x="10715" y="225950"/>
                  </a:lnTo>
                  <a:lnTo>
                    <a:pt x="23449" y="188335"/>
                  </a:lnTo>
                  <a:lnTo>
                    <a:pt x="41046" y="152641"/>
                  </a:lnTo>
                  <a:lnTo>
                    <a:pt x="63394" y="119361"/>
                  </a:lnTo>
                  <a:lnTo>
                    <a:pt x="89690" y="89419"/>
                  </a:lnTo>
                  <a:lnTo>
                    <a:pt x="119563" y="63189"/>
                  </a:lnTo>
                  <a:lnTo>
                    <a:pt x="152641" y="41046"/>
                  </a:lnTo>
                  <a:lnTo>
                    <a:pt x="188541" y="23242"/>
                  </a:lnTo>
                  <a:lnTo>
                    <a:pt x="226261" y="10398"/>
                  </a:lnTo>
                  <a:lnTo>
                    <a:pt x="265332" y="2616"/>
                  </a:lnTo>
                  <a:lnTo>
                    <a:pt x="305282" y="0"/>
                  </a:lnTo>
                  <a:lnTo>
                    <a:pt x="3078721" y="368"/>
                  </a:lnTo>
                  <a:lnTo>
                    <a:pt x="3118666" y="2977"/>
                  </a:lnTo>
                  <a:lnTo>
                    <a:pt x="3157697" y="10715"/>
                  </a:lnTo>
                  <a:lnTo>
                    <a:pt x="3195312" y="23449"/>
                  </a:lnTo>
                  <a:lnTo>
                    <a:pt x="3231006" y="41046"/>
                  </a:lnTo>
                  <a:lnTo>
                    <a:pt x="3264286" y="63394"/>
                  </a:lnTo>
                  <a:lnTo>
                    <a:pt x="3294229" y="89690"/>
                  </a:lnTo>
                  <a:lnTo>
                    <a:pt x="3320459" y="119563"/>
                  </a:lnTo>
                  <a:lnTo>
                    <a:pt x="3342601" y="152641"/>
                  </a:lnTo>
                  <a:lnTo>
                    <a:pt x="3360406" y="188541"/>
                  </a:lnTo>
                  <a:lnTo>
                    <a:pt x="3373250" y="226261"/>
                  </a:lnTo>
                  <a:lnTo>
                    <a:pt x="3381031" y="265332"/>
                  </a:lnTo>
                  <a:lnTo>
                    <a:pt x="3383648" y="305282"/>
                  </a:lnTo>
                  <a:lnTo>
                    <a:pt x="3383648" y="1524241"/>
                  </a:lnTo>
                  <a:lnTo>
                    <a:pt x="3381037" y="1564186"/>
                  </a:lnTo>
                  <a:lnTo>
                    <a:pt x="3373296" y="1603217"/>
                  </a:lnTo>
                  <a:lnTo>
                    <a:pt x="3360561" y="1640832"/>
                  </a:lnTo>
                  <a:lnTo>
                    <a:pt x="3342970" y="1676527"/>
                  </a:lnTo>
                  <a:lnTo>
                    <a:pt x="3320620" y="1709806"/>
                  </a:lnTo>
                  <a:lnTo>
                    <a:pt x="3294319" y="1739749"/>
                  </a:lnTo>
                  <a:lnTo>
                    <a:pt x="3264442" y="1765979"/>
                  </a:lnTo>
                  <a:lnTo>
                    <a:pt x="3231362" y="1788121"/>
                  </a:lnTo>
                  <a:lnTo>
                    <a:pt x="3195462" y="1805926"/>
                  </a:lnTo>
                  <a:lnTo>
                    <a:pt x="3157742" y="1818770"/>
                  </a:lnTo>
                  <a:lnTo>
                    <a:pt x="3118671" y="1826551"/>
                  </a:lnTo>
                  <a:lnTo>
                    <a:pt x="3078721" y="1829168"/>
                  </a:lnTo>
                  <a:lnTo>
                    <a:pt x="304926" y="1829168"/>
                  </a:lnTo>
                  <a:lnTo>
                    <a:pt x="264982" y="1826557"/>
                  </a:lnTo>
                  <a:lnTo>
                    <a:pt x="225950" y="1818816"/>
                  </a:lnTo>
                  <a:lnTo>
                    <a:pt x="188335" y="1806081"/>
                  </a:lnTo>
                  <a:lnTo>
                    <a:pt x="152641" y="1788490"/>
                  </a:lnTo>
                  <a:lnTo>
                    <a:pt x="119361" y="1766140"/>
                  </a:lnTo>
                  <a:lnTo>
                    <a:pt x="89419" y="1739839"/>
                  </a:lnTo>
                  <a:lnTo>
                    <a:pt x="63189" y="1709962"/>
                  </a:lnTo>
                  <a:lnTo>
                    <a:pt x="41046" y="1676882"/>
                  </a:lnTo>
                  <a:lnTo>
                    <a:pt x="23242" y="1640982"/>
                  </a:lnTo>
                  <a:lnTo>
                    <a:pt x="10398" y="1603262"/>
                  </a:lnTo>
                  <a:lnTo>
                    <a:pt x="2616" y="1564191"/>
                  </a:lnTo>
                  <a:lnTo>
                    <a:pt x="0" y="1524241"/>
                  </a:lnTo>
                  <a:lnTo>
                    <a:pt x="368" y="304926"/>
                  </a:lnTo>
                  <a:close/>
                </a:path>
              </a:pathLst>
            </a:custGeom>
            <a:ln w="9359">
              <a:solidFill>
                <a:srgbClr val="36815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807267" y="2356542"/>
            <a:ext cx="2882265" cy="126809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lang="en-US" sz="1900" b="1" dirty="0" smtClean="0">
                <a:solidFill>
                  <a:srgbClr val="3681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HIRVA KHANPARA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Role:</a:t>
            </a:r>
            <a:r>
              <a:rPr sz="1600" spc="-9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</a:pP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Built:</a:t>
            </a:r>
            <a:r>
              <a:rPr sz="1600" spc="-5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r>
              <a:rPr sz="1600" spc="-5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engine,</a:t>
            </a:r>
            <a:r>
              <a:rPr sz="1600" spc="-5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  <a:r>
              <a:rPr sz="1600" spc="-5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scoring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sz="1600" spc="-8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077200" y="2133600"/>
            <a:ext cx="3473450" cy="1918335"/>
            <a:chOff x="8001355" y="1486420"/>
            <a:chExt cx="3473450" cy="191833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01355" y="1486420"/>
              <a:ext cx="3472916" cy="191809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045996" y="1508036"/>
              <a:ext cx="3383915" cy="1829435"/>
            </a:xfrm>
            <a:custGeom>
              <a:avLst/>
              <a:gdLst/>
              <a:ahLst/>
              <a:cxnLst/>
              <a:rect l="l" t="t" r="r" b="b"/>
              <a:pathLst>
                <a:path w="3383915" h="1829435">
                  <a:moveTo>
                    <a:pt x="305282" y="0"/>
                  </a:moveTo>
                  <a:lnTo>
                    <a:pt x="265332" y="2616"/>
                  </a:lnTo>
                  <a:lnTo>
                    <a:pt x="226261" y="10398"/>
                  </a:lnTo>
                  <a:lnTo>
                    <a:pt x="188541" y="23242"/>
                  </a:lnTo>
                  <a:lnTo>
                    <a:pt x="152641" y="41046"/>
                  </a:lnTo>
                  <a:lnTo>
                    <a:pt x="119563" y="63189"/>
                  </a:lnTo>
                  <a:lnTo>
                    <a:pt x="89690" y="89419"/>
                  </a:lnTo>
                  <a:lnTo>
                    <a:pt x="63394" y="119361"/>
                  </a:lnTo>
                  <a:lnTo>
                    <a:pt x="41046" y="152641"/>
                  </a:lnTo>
                  <a:lnTo>
                    <a:pt x="23449" y="188335"/>
                  </a:lnTo>
                  <a:lnTo>
                    <a:pt x="10715" y="225950"/>
                  </a:lnTo>
                  <a:lnTo>
                    <a:pt x="2977" y="264982"/>
                  </a:lnTo>
                  <a:lnTo>
                    <a:pt x="368" y="304926"/>
                  </a:lnTo>
                  <a:lnTo>
                    <a:pt x="0" y="1524241"/>
                  </a:lnTo>
                  <a:lnTo>
                    <a:pt x="2616" y="1564191"/>
                  </a:lnTo>
                  <a:lnTo>
                    <a:pt x="10398" y="1603262"/>
                  </a:lnTo>
                  <a:lnTo>
                    <a:pt x="23191" y="1640832"/>
                  </a:lnTo>
                  <a:lnTo>
                    <a:pt x="23242" y="1640982"/>
                  </a:lnTo>
                  <a:lnTo>
                    <a:pt x="41046" y="1676882"/>
                  </a:lnTo>
                  <a:lnTo>
                    <a:pt x="63084" y="1709806"/>
                  </a:lnTo>
                  <a:lnTo>
                    <a:pt x="63189" y="1709962"/>
                  </a:lnTo>
                  <a:lnTo>
                    <a:pt x="89419" y="1739839"/>
                  </a:lnTo>
                  <a:lnTo>
                    <a:pt x="119361" y="1766140"/>
                  </a:lnTo>
                  <a:lnTo>
                    <a:pt x="152641" y="1788490"/>
                  </a:lnTo>
                  <a:lnTo>
                    <a:pt x="188335" y="1806081"/>
                  </a:lnTo>
                  <a:lnTo>
                    <a:pt x="225950" y="1818816"/>
                  </a:lnTo>
                  <a:lnTo>
                    <a:pt x="264982" y="1826557"/>
                  </a:lnTo>
                  <a:lnTo>
                    <a:pt x="304926" y="1829168"/>
                  </a:lnTo>
                  <a:lnTo>
                    <a:pt x="3078721" y="1829168"/>
                  </a:lnTo>
                  <a:lnTo>
                    <a:pt x="3118583" y="1826557"/>
                  </a:lnTo>
                  <a:lnTo>
                    <a:pt x="3157511" y="1818816"/>
                  </a:lnTo>
                  <a:lnTo>
                    <a:pt x="3195462" y="1805926"/>
                  </a:lnTo>
                  <a:lnTo>
                    <a:pt x="3231362" y="1788121"/>
                  </a:lnTo>
                  <a:lnTo>
                    <a:pt x="3264442" y="1765979"/>
                  </a:lnTo>
                  <a:lnTo>
                    <a:pt x="3294216" y="1739839"/>
                  </a:lnTo>
                  <a:lnTo>
                    <a:pt x="3320620" y="1709806"/>
                  </a:lnTo>
                  <a:lnTo>
                    <a:pt x="3342970" y="1676527"/>
                  </a:lnTo>
                  <a:lnTo>
                    <a:pt x="3360487" y="1640982"/>
                  </a:lnTo>
                  <a:lnTo>
                    <a:pt x="3360561" y="1640832"/>
                  </a:lnTo>
                  <a:lnTo>
                    <a:pt x="3373281" y="1603262"/>
                  </a:lnTo>
                  <a:lnTo>
                    <a:pt x="3381036" y="1564191"/>
                  </a:lnTo>
                  <a:lnTo>
                    <a:pt x="3383648" y="1524241"/>
                  </a:lnTo>
                  <a:lnTo>
                    <a:pt x="3383625" y="304926"/>
                  </a:lnTo>
                  <a:lnTo>
                    <a:pt x="3381031" y="265332"/>
                  </a:lnTo>
                  <a:lnTo>
                    <a:pt x="3373250" y="226261"/>
                  </a:lnTo>
                  <a:lnTo>
                    <a:pt x="3360406" y="188541"/>
                  </a:lnTo>
                  <a:lnTo>
                    <a:pt x="3342601" y="152641"/>
                  </a:lnTo>
                  <a:lnTo>
                    <a:pt x="3320459" y="119563"/>
                  </a:lnTo>
                  <a:lnTo>
                    <a:pt x="3294229" y="89690"/>
                  </a:lnTo>
                  <a:lnTo>
                    <a:pt x="3264286" y="63394"/>
                  </a:lnTo>
                  <a:lnTo>
                    <a:pt x="3231006" y="41046"/>
                  </a:lnTo>
                  <a:lnTo>
                    <a:pt x="3195312" y="23449"/>
                  </a:lnTo>
                  <a:lnTo>
                    <a:pt x="3157697" y="10715"/>
                  </a:lnTo>
                  <a:lnTo>
                    <a:pt x="3118666" y="2977"/>
                  </a:lnTo>
                  <a:lnTo>
                    <a:pt x="3078721" y="368"/>
                  </a:lnTo>
                  <a:lnTo>
                    <a:pt x="305282" y="0"/>
                  </a:lnTo>
                  <a:close/>
                </a:path>
              </a:pathLst>
            </a:custGeom>
            <a:solidFill>
              <a:srgbClr val="EFF3F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8045996" y="1508036"/>
              <a:ext cx="3383915" cy="1829435"/>
            </a:xfrm>
            <a:custGeom>
              <a:avLst/>
              <a:gdLst/>
              <a:ahLst/>
              <a:cxnLst/>
              <a:rect l="l" t="t" r="r" b="b"/>
              <a:pathLst>
                <a:path w="3383915" h="1829435">
                  <a:moveTo>
                    <a:pt x="368" y="304926"/>
                  </a:moveTo>
                  <a:lnTo>
                    <a:pt x="2977" y="264982"/>
                  </a:lnTo>
                  <a:lnTo>
                    <a:pt x="10715" y="225950"/>
                  </a:lnTo>
                  <a:lnTo>
                    <a:pt x="23449" y="188335"/>
                  </a:lnTo>
                  <a:lnTo>
                    <a:pt x="41046" y="152641"/>
                  </a:lnTo>
                  <a:lnTo>
                    <a:pt x="63394" y="119361"/>
                  </a:lnTo>
                  <a:lnTo>
                    <a:pt x="89690" y="89419"/>
                  </a:lnTo>
                  <a:lnTo>
                    <a:pt x="119563" y="63189"/>
                  </a:lnTo>
                  <a:lnTo>
                    <a:pt x="152641" y="41046"/>
                  </a:lnTo>
                  <a:lnTo>
                    <a:pt x="188541" y="23242"/>
                  </a:lnTo>
                  <a:lnTo>
                    <a:pt x="226261" y="10398"/>
                  </a:lnTo>
                  <a:lnTo>
                    <a:pt x="265332" y="2616"/>
                  </a:lnTo>
                  <a:lnTo>
                    <a:pt x="305282" y="0"/>
                  </a:lnTo>
                  <a:lnTo>
                    <a:pt x="3078721" y="368"/>
                  </a:lnTo>
                  <a:lnTo>
                    <a:pt x="3118666" y="2977"/>
                  </a:lnTo>
                  <a:lnTo>
                    <a:pt x="3157697" y="10715"/>
                  </a:lnTo>
                  <a:lnTo>
                    <a:pt x="3195312" y="23449"/>
                  </a:lnTo>
                  <a:lnTo>
                    <a:pt x="3231006" y="41046"/>
                  </a:lnTo>
                  <a:lnTo>
                    <a:pt x="3264286" y="63394"/>
                  </a:lnTo>
                  <a:lnTo>
                    <a:pt x="3294229" y="89690"/>
                  </a:lnTo>
                  <a:lnTo>
                    <a:pt x="3320459" y="119563"/>
                  </a:lnTo>
                  <a:lnTo>
                    <a:pt x="3342601" y="152641"/>
                  </a:lnTo>
                  <a:lnTo>
                    <a:pt x="3360406" y="188541"/>
                  </a:lnTo>
                  <a:lnTo>
                    <a:pt x="3373250" y="226261"/>
                  </a:lnTo>
                  <a:lnTo>
                    <a:pt x="3381031" y="265332"/>
                  </a:lnTo>
                  <a:lnTo>
                    <a:pt x="3383648" y="305282"/>
                  </a:lnTo>
                  <a:lnTo>
                    <a:pt x="3383648" y="1524241"/>
                  </a:lnTo>
                  <a:lnTo>
                    <a:pt x="3381037" y="1564186"/>
                  </a:lnTo>
                  <a:lnTo>
                    <a:pt x="3373296" y="1603217"/>
                  </a:lnTo>
                  <a:lnTo>
                    <a:pt x="3360561" y="1640832"/>
                  </a:lnTo>
                  <a:lnTo>
                    <a:pt x="3342970" y="1676527"/>
                  </a:lnTo>
                  <a:lnTo>
                    <a:pt x="3320620" y="1709806"/>
                  </a:lnTo>
                  <a:lnTo>
                    <a:pt x="3294319" y="1739749"/>
                  </a:lnTo>
                  <a:lnTo>
                    <a:pt x="3264442" y="1765979"/>
                  </a:lnTo>
                  <a:lnTo>
                    <a:pt x="3231362" y="1788121"/>
                  </a:lnTo>
                  <a:lnTo>
                    <a:pt x="3195462" y="1805926"/>
                  </a:lnTo>
                  <a:lnTo>
                    <a:pt x="3157742" y="1818770"/>
                  </a:lnTo>
                  <a:lnTo>
                    <a:pt x="3118671" y="1826551"/>
                  </a:lnTo>
                  <a:lnTo>
                    <a:pt x="3078721" y="1829168"/>
                  </a:lnTo>
                  <a:lnTo>
                    <a:pt x="304926" y="1829168"/>
                  </a:lnTo>
                  <a:lnTo>
                    <a:pt x="264982" y="1826557"/>
                  </a:lnTo>
                  <a:lnTo>
                    <a:pt x="225950" y="1818816"/>
                  </a:lnTo>
                  <a:lnTo>
                    <a:pt x="188335" y="1806081"/>
                  </a:lnTo>
                  <a:lnTo>
                    <a:pt x="152641" y="1788490"/>
                  </a:lnTo>
                  <a:lnTo>
                    <a:pt x="119361" y="1766140"/>
                  </a:lnTo>
                  <a:lnTo>
                    <a:pt x="89419" y="1739839"/>
                  </a:lnTo>
                  <a:lnTo>
                    <a:pt x="63189" y="1709962"/>
                  </a:lnTo>
                  <a:lnTo>
                    <a:pt x="41046" y="1676882"/>
                  </a:lnTo>
                  <a:lnTo>
                    <a:pt x="23242" y="1640982"/>
                  </a:lnTo>
                  <a:lnTo>
                    <a:pt x="10398" y="1603262"/>
                  </a:lnTo>
                  <a:lnTo>
                    <a:pt x="2616" y="1564191"/>
                  </a:lnTo>
                  <a:lnTo>
                    <a:pt x="0" y="1524241"/>
                  </a:lnTo>
                  <a:lnTo>
                    <a:pt x="368" y="304926"/>
                  </a:lnTo>
                  <a:close/>
                </a:path>
              </a:pathLst>
            </a:custGeom>
            <a:ln w="9359">
              <a:solidFill>
                <a:srgbClr val="BD862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388400" y="2367205"/>
            <a:ext cx="2850515" cy="126809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lang="en-US" sz="1900" b="1" dirty="0" smtClean="0">
                <a:solidFill>
                  <a:srgbClr val="BD86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KESHA LADANI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Role:</a:t>
            </a:r>
            <a:r>
              <a:rPr sz="16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sz="16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6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UX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</a:pP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Built: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1600" dirty="0" smtClean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ebsite</a:t>
            </a:r>
            <a:r>
              <a:rPr sz="1600" spc="-45" dirty="0" smtClean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layout,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filters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</a:t>
            </a:r>
            <a:r>
              <a:rPr sz="1600" spc="-2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drill-</a:t>
            </a:r>
            <a:r>
              <a:rPr sz="1600" spc="-2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590800" y="4465676"/>
            <a:ext cx="3473450" cy="1598295"/>
            <a:chOff x="2514955" y="3818496"/>
            <a:chExt cx="3473450" cy="159829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14955" y="3818496"/>
              <a:ext cx="3472916" cy="159806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559596" y="3840124"/>
              <a:ext cx="3383915" cy="1509395"/>
            </a:xfrm>
            <a:custGeom>
              <a:avLst/>
              <a:gdLst/>
              <a:ahLst/>
              <a:cxnLst/>
              <a:rect l="l" t="t" r="r" b="b"/>
              <a:pathLst>
                <a:path w="3383915" h="1509395">
                  <a:moveTo>
                    <a:pt x="252006" y="0"/>
                  </a:moveTo>
                  <a:lnTo>
                    <a:pt x="186707" y="8682"/>
                  </a:lnTo>
                  <a:lnTo>
                    <a:pt x="126009" y="33832"/>
                  </a:lnTo>
                  <a:lnTo>
                    <a:pt x="74028" y="73837"/>
                  </a:lnTo>
                  <a:lnTo>
                    <a:pt x="34201" y="125996"/>
                  </a:lnTo>
                  <a:lnTo>
                    <a:pt x="8916" y="186521"/>
                  </a:lnTo>
                  <a:lnTo>
                    <a:pt x="368" y="251637"/>
                  </a:lnTo>
                  <a:lnTo>
                    <a:pt x="0" y="1257477"/>
                  </a:lnTo>
                  <a:lnTo>
                    <a:pt x="2200" y="1290475"/>
                  </a:lnTo>
                  <a:lnTo>
                    <a:pt x="8652" y="1322589"/>
                  </a:lnTo>
                  <a:lnTo>
                    <a:pt x="8688" y="1322766"/>
                  </a:lnTo>
                  <a:lnTo>
                    <a:pt x="19191" y="1353613"/>
                  </a:lnTo>
                  <a:lnTo>
                    <a:pt x="19293" y="1353913"/>
                  </a:lnTo>
                  <a:lnTo>
                    <a:pt x="33845" y="1383474"/>
                  </a:lnTo>
                  <a:lnTo>
                    <a:pt x="73850" y="1435449"/>
                  </a:lnTo>
                  <a:lnTo>
                    <a:pt x="126009" y="1475270"/>
                  </a:lnTo>
                  <a:lnTo>
                    <a:pt x="186528" y="1500565"/>
                  </a:lnTo>
                  <a:lnTo>
                    <a:pt x="251637" y="1509115"/>
                  </a:lnTo>
                  <a:lnTo>
                    <a:pt x="3131997" y="1509115"/>
                  </a:lnTo>
                  <a:lnTo>
                    <a:pt x="3164252" y="1506966"/>
                  </a:lnTo>
                  <a:lnTo>
                    <a:pt x="3164753" y="1506966"/>
                  </a:lnTo>
                  <a:lnTo>
                    <a:pt x="3228445" y="1489827"/>
                  </a:lnTo>
                  <a:lnTo>
                    <a:pt x="3285271" y="1457030"/>
                  </a:lnTo>
                  <a:lnTo>
                    <a:pt x="3331561" y="1410524"/>
                  </a:lnTo>
                  <a:lnTo>
                    <a:pt x="3364510" y="1353613"/>
                  </a:lnTo>
                  <a:lnTo>
                    <a:pt x="3375037" y="1322766"/>
                  </a:lnTo>
                  <a:lnTo>
                    <a:pt x="3375098" y="1322589"/>
                  </a:lnTo>
                  <a:lnTo>
                    <a:pt x="3381488" y="1290475"/>
                  </a:lnTo>
                  <a:lnTo>
                    <a:pt x="3383648" y="1257477"/>
                  </a:lnTo>
                  <a:lnTo>
                    <a:pt x="3383624" y="251637"/>
                  </a:lnTo>
                  <a:lnTo>
                    <a:pt x="3374959" y="186704"/>
                  </a:lnTo>
                  <a:lnTo>
                    <a:pt x="3349802" y="125996"/>
                  </a:lnTo>
                  <a:lnTo>
                    <a:pt x="3309797" y="74021"/>
                  </a:lnTo>
                  <a:lnTo>
                    <a:pt x="3257638" y="34201"/>
                  </a:lnTo>
                  <a:lnTo>
                    <a:pt x="3197118" y="8905"/>
                  </a:lnTo>
                  <a:lnTo>
                    <a:pt x="3131997" y="355"/>
                  </a:lnTo>
                  <a:lnTo>
                    <a:pt x="252006" y="0"/>
                  </a:lnTo>
                  <a:close/>
                </a:path>
              </a:pathLst>
            </a:custGeom>
            <a:solidFill>
              <a:srgbClr val="EFF3F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2559596" y="3840124"/>
              <a:ext cx="3383915" cy="1509395"/>
            </a:xfrm>
            <a:custGeom>
              <a:avLst/>
              <a:gdLst/>
              <a:ahLst/>
              <a:cxnLst/>
              <a:rect l="l" t="t" r="r" b="b"/>
              <a:pathLst>
                <a:path w="3383915" h="1509395">
                  <a:moveTo>
                    <a:pt x="368" y="251637"/>
                  </a:moveTo>
                  <a:lnTo>
                    <a:pt x="2516" y="218690"/>
                  </a:lnTo>
                  <a:lnTo>
                    <a:pt x="8916" y="186521"/>
                  </a:lnTo>
                  <a:lnTo>
                    <a:pt x="34201" y="125996"/>
                  </a:lnTo>
                  <a:lnTo>
                    <a:pt x="74028" y="73837"/>
                  </a:lnTo>
                  <a:lnTo>
                    <a:pt x="126009" y="33832"/>
                  </a:lnTo>
                  <a:lnTo>
                    <a:pt x="186707" y="8682"/>
                  </a:lnTo>
                  <a:lnTo>
                    <a:pt x="252006" y="0"/>
                  </a:lnTo>
                  <a:lnTo>
                    <a:pt x="3131997" y="355"/>
                  </a:lnTo>
                  <a:lnTo>
                    <a:pt x="3197118" y="8905"/>
                  </a:lnTo>
                  <a:lnTo>
                    <a:pt x="3257638" y="34201"/>
                  </a:lnTo>
                  <a:lnTo>
                    <a:pt x="3309797" y="74021"/>
                  </a:lnTo>
                  <a:lnTo>
                    <a:pt x="3349802" y="125996"/>
                  </a:lnTo>
                  <a:lnTo>
                    <a:pt x="3374959" y="186704"/>
                  </a:lnTo>
                  <a:lnTo>
                    <a:pt x="3383648" y="251993"/>
                  </a:lnTo>
                  <a:lnTo>
                    <a:pt x="3383648" y="1257477"/>
                  </a:lnTo>
                  <a:lnTo>
                    <a:pt x="3381499" y="1290419"/>
                  </a:lnTo>
                  <a:lnTo>
                    <a:pt x="3375098" y="1322589"/>
                  </a:lnTo>
                  <a:lnTo>
                    <a:pt x="3349802" y="1383118"/>
                  </a:lnTo>
                  <a:lnTo>
                    <a:pt x="3309977" y="1435266"/>
                  </a:lnTo>
                  <a:lnTo>
                    <a:pt x="3258007" y="1475270"/>
                  </a:lnTo>
                  <a:lnTo>
                    <a:pt x="3197298" y="1500431"/>
                  </a:lnTo>
                  <a:lnTo>
                    <a:pt x="3131997" y="1509115"/>
                  </a:lnTo>
                  <a:lnTo>
                    <a:pt x="251637" y="1509115"/>
                  </a:lnTo>
                  <a:lnTo>
                    <a:pt x="186528" y="1500565"/>
                  </a:lnTo>
                  <a:lnTo>
                    <a:pt x="126009" y="1475270"/>
                  </a:lnTo>
                  <a:lnTo>
                    <a:pt x="73850" y="1435449"/>
                  </a:lnTo>
                  <a:lnTo>
                    <a:pt x="33845" y="1383474"/>
                  </a:lnTo>
                  <a:lnTo>
                    <a:pt x="8688" y="1322766"/>
                  </a:lnTo>
                  <a:lnTo>
                    <a:pt x="0" y="1257477"/>
                  </a:lnTo>
                  <a:lnTo>
                    <a:pt x="368" y="251637"/>
                  </a:lnTo>
                  <a:close/>
                </a:path>
              </a:pathLst>
            </a:custGeom>
            <a:ln w="9359">
              <a:solidFill>
                <a:srgbClr val="B8404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877630" y="4536500"/>
            <a:ext cx="2486660" cy="126809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45"/>
              </a:spcBef>
            </a:pPr>
            <a:r>
              <a:rPr lang="en-US" sz="1900" b="1" dirty="0" smtClean="0">
                <a:solidFill>
                  <a:srgbClr val="B8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YASHVI BHIMANI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100000"/>
              </a:lnSpc>
              <a:spcBef>
                <a:spcPts val="800"/>
              </a:spcBef>
            </a:pP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Role: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600" spc="-4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Built:</a:t>
            </a:r>
            <a:r>
              <a:rPr sz="1600" spc="-5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flow,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  <a:r>
              <a:rPr sz="1600" spc="-4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248400" y="4465676"/>
            <a:ext cx="3473450" cy="1598295"/>
            <a:chOff x="6172555" y="3818496"/>
            <a:chExt cx="3473450" cy="1598295"/>
          </a:xfrm>
        </p:grpSpPr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72555" y="3818496"/>
              <a:ext cx="3472916" cy="1598066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217196" y="3840124"/>
              <a:ext cx="3383915" cy="1509395"/>
            </a:xfrm>
            <a:custGeom>
              <a:avLst/>
              <a:gdLst/>
              <a:ahLst/>
              <a:cxnLst/>
              <a:rect l="l" t="t" r="r" b="b"/>
              <a:pathLst>
                <a:path w="3383915" h="1509395">
                  <a:moveTo>
                    <a:pt x="252006" y="0"/>
                  </a:moveTo>
                  <a:lnTo>
                    <a:pt x="186707" y="8682"/>
                  </a:lnTo>
                  <a:lnTo>
                    <a:pt x="126009" y="33832"/>
                  </a:lnTo>
                  <a:lnTo>
                    <a:pt x="74028" y="73837"/>
                  </a:lnTo>
                  <a:lnTo>
                    <a:pt x="34201" y="125996"/>
                  </a:lnTo>
                  <a:lnTo>
                    <a:pt x="8916" y="186521"/>
                  </a:lnTo>
                  <a:lnTo>
                    <a:pt x="368" y="251637"/>
                  </a:lnTo>
                  <a:lnTo>
                    <a:pt x="0" y="1257477"/>
                  </a:lnTo>
                  <a:lnTo>
                    <a:pt x="2200" y="1290475"/>
                  </a:lnTo>
                  <a:lnTo>
                    <a:pt x="8652" y="1322589"/>
                  </a:lnTo>
                  <a:lnTo>
                    <a:pt x="8688" y="1322766"/>
                  </a:lnTo>
                  <a:lnTo>
                    <a:pt x="19191" y="1353613"/>
                  </a:lnTo>
                  <a:lnTo>
                    <a:pt x="19293" y="1353913"/>
                  </a:lnTo>
                  <a:lnTo>
                    <a:pt x="52143" y="1410829"/>
                  </a:lnTo>
                  <a:lnTo>
                    <a:pt x="98596" y="1457030"/>
                  </a:lnTo>
                  <a:lnTo>
                    <a:pt x="155507" y="1489977"/>
                  </a:lnTo>
                  <a:lnTo>
                    <a:pt x="218695" y="1506966"/>
                  </a:lnTo>
                  <a:lnTo>
                    <a:pt x="251637" y="1509115"/>
                  </a:lnTo>
                  <a:lnTo>
                    <a:pt x="3131997" y="1509115"/>
                  </a:lnTo>
                  <a:lnTo>
                    <a:pt x="3164252" y="1506966"/>
                  </a:lnTo>
                  <a:lnTo>
                    <a:pt x="3164753" y="1506966"/>
                  </a:lnTo>
                  <a:lnTo>
                    <a:pt x="3228445" y="1489827"/>
                  </a:lnTo>
                  <a:lnTo>
                    <a:pt x="3285271" y="1457030"/>
                  </a:lnTo>
                  <a:lnTo>
                    <a:pt x="3331561" y="1410524"/>
                  </a:lnTo>
                  <a:lnTo>
                    <a:pt x="3364510" y="1353613"/>
                  </a:lnTo>
                  <a:lnTo>
                    <a:pt x="3375037" y="1322766"/>
                  </a:lnTo>
                  <a:lnTo>
                    <a:pt x="3375098" y="1322589"/>
                  </a:lnTo>
                  <a:lnTo>
                    <a:pt x="3381488" y="1290475"/>
                  </a:lnTo>
                  <a:lnTo>
                    <a:pt x="3383648" y="1257477"/>
                  </a:lnTo>
                  <a:lnTo>
                    <a:pt x="3383624" y="251637"/>
                  </a:lnTo>
                  <a:lnTo>
                    <a:pt x="3374959" y="186704"/>
                  </a:lnTo>
                  <a:lnTo>
                    <a:pt x="3349802" y="125996"/>
                  </a:lnTo>
                  <a:lnTo>
                    <a:pt x="3309797" y="74021"/>
                  </a:lnTo>
                  <a:lnTo>
                    <a:pt x="3257638" y="34201"/>
                  </a:lnTo>
                  <a:lnTo>
                    <a:pt x="3197118" y="8905"/>
                  </a:lnTo>
                  <a:lnTo>
                    <a:pt x="3131997" y="355"/>
                  </a:lnTo>
                  <a:lnTo>
                    <a:pt x="252006" y="0"/>
                  </a:lnTo>
                  <a:close/>
                </a:path>
              </a:pathLst>
            </a:custGeom>
            <a:solidFill>
              <a:srgbClr val="EFF3F7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6217196" y="3840124"/>
              <a:ext cx="3383915" cy="1509395"/>
            </a:xfrm>
            <a:custGeom>
              <a:avLst/>
              <a:gdLst/>
              <a:ahLst/>
              <a:cxnLst/>
              <a:rect l="l" t="t" r="r" b="b"/>
              <a:pathLst>
                <a:path w="3383915" h="1509395">
                  <a:moveTo>
                    <a:pt x="368" y="251637"/>
                  </a:moveTo>
                  <a:lnTo>
                    <a:pt x="2516" y="218690"/>
                  </a:lnTo>
                  <a:lnTo>
                    <a:pt x="8916" y="186521"/>
                  </a:lnTo>
                  <a:lnTo>
                    <a:pt x="34201" y="125996"/>
                  </a:lnTo>
                  <a:lnTo>
                    <a:pt x="74028" y="73837"/>
                  </a:lnTo>
                  <a:lnTo>
                    <a:pt x="126009" y="33832"/>
                  </a:lnTo>
                  <a:lnTo>
                    <a:pt x="186707" y="8682"/>
                  </a:lnTo>
                  <a:lnTo>
                    <a:pt x="252006" y="0"/>
                  </a:lnTo>
                  <a:lnTo>
                    <a:pt x="3131997" y="355"/>
                  </a:lnTo>
                  <a:lnTo>
                    <a:pt x="3197118" y="8905"/>
                  </a:lnTo>
                  <a:lnTo>
                    <a:pt x="3257638" y="34201"/>
                  </a:lnTo>
                  <a:lnTo>
                    <a:pt x="3309797" y="74021"/>
                  </a:lnTo>
                  <a:lnTo>
                    <a:pt x="3349802" y="125996"/>
                  </a:lnTo>
                  <a:lnTo>
                    <a:pt x="3374959" y="186704"/>
                  </a:lnTo>
                  <a:lnTo>
                    <a:pt x="3383648" y="251993"/>
                  </a:lnTo>
                  <a:lnTo>
                    <a:pt x="3383648" y="1257477"/>
                  </a:lnTo>
                  <a:lnTo>
                    <a:pt x="3381499" y="1290419"/>
                  </a:lnTo>
                  <a:lnTo>
                    <a:pt x="3375098" y="1322589"/>
                  </a:lnTo>
                  <a:lnTo>
                    <a:pt x="3349802" y="1383118"/>
                  </a:lnTo>
                  <a:lnTo>
                    <a:pt x="3309977" y="1435266"/>
                  </a:lnTo>
                  <a:lnTo>
                    <a:pt x="3258007" y="1475270"/>
                  </a:lnTo>
                  <a:lnTo>
                    <a:pt x="3197298" y="1500431"/>
                  </a:lnTo>
                  <a:lnTo>
                    <a:pt x="3131997" y="1509115"/>
                  </a:lnTo>
                  <a:lnTo>
                    <a:pt x="251637" y="1509115"/>
                  </a:lnTo>
                  <a:lnTo>
                    <a:pt x="186528" y="1500565"/>
                  </a:lnTo>
                  <a:lnTo>
                    <a:pt x="126009" y="1475270"/>
                  </a:lnTo>
                  <a:lnTo>
                    <a:pt x="73850" y="1435449"/>
                  </a:lnTo>
                  <a:lnTo>
                    <a:pt x="33845" y="1383474"/>
                  </a:lnTo>
                  <a:lnTo>
                    <a:pt x="8688" y="1322766"/>
                  </a:lnTo>
                  <a:lnTo>
                    <a:pt x="0" y="1257477"/>
                  </a:lnTo>
                  <a:lnTo>
                    <a:pt x="368" y="251637"/>
                  </a:lnTo>
                  <a:close/>
                </a:path>
              </a:pathLst>
            </a:custGeom>
            <a:ln w="9359">
              <a:solidFill>
                <a:srgbClr val="131F3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535230" y="4536500"/>
            <a:ext cx="2751455" cy="102489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900" b="1" spc="-10" dirty="0">
                <a:solidFill>
                  <a:srgbClr val="131F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Repository</a:t>
            </a:r>
            <a:endParaRPr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800"/>
              </a:spcBef>
            </a:pP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sz="16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sz="16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sz="1600" spc="-35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6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repository</a:t>
            </a:r>
            <a:r>
              <a:rPr sz="1600" spc="-3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solidFill>
                  <a:srgbClr val="222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 here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xfrm>
            <a:off x="11679428" y="7132089"/>
            <a:ext cx="153670" cy="16030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Words>592</Words>
  <Application>Microsoft Office PowerPoint</Application>
  <PresentationFormat>Widescreen</PresentationFormat>
  <Paragraphs>108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Calibri</vt:lpstr>
      <vt:lpstr>Times New Roman</vt:lpstr>
      <vt:lpstr>Office Theme</vt:lpstr>
      <vt:lpstr>Trial-Guard: Clinical Trial Risk &amp; Protocol Deviation Monitor Protocol Deviation &amp; Site Risk Monitor</vt:lpstr>
      <vt:lpstr>The Problem</vt:lpstr>
      <vt:lpstr>Solution</vt:lpstr>
      <vt:lpstr>Architecture</vt:lpstr>
      <vt:lpstr>Demo / Key Features</vt:lpstr>
      <vt:lpstr>IBM Technologies</vt:lpstr>
      <vt:lpstr>Results / Impact</vt:lpstr>
      <vt:lpstr>Team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Protocol Deviation &amp; Site Risk Monitor</dc:title>
  <dc:creator>Administrator</dc:creator>
  <cp:lastModifiedBy>HP</cp:lastModifiedBy>
  <cp:revision>10</cp:revision>
  <dcterms:created xsi:type="dcterms:W3CDTF">2026-09-15T12:33:16Z</dcterms:created>
  <dcterms:modified xsi:type="dcterms:W3CDTF">2026-09-15T15:00:23Z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2013-01-27T00:00:00Z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25.2.3.2 (X86_64) / LibreOffice Community</vt:lpwstr>
  </property>
  <property fmtid="{D5CDD505-2E9C-101B-9397-08002B2CF9AE}" pid="6" name="LastSaved">
    <vt:filetime>2013-01-27T00:00:00Z</vt:filetime>
  </property>
</Properties>
</file>